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58" d="100"/>
          <a:sy n="58" d="100"/>
        </p:scale>
        <p:origin x="4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A566C1-B9FA-7665-8283-63C770AD6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AFD727-36A8-2790-D815-54FD19EA1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22A1DB-FF5E-0487-DCA7-97DC6B12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9326-0067-4908-9C24-1917A2E4981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4BBAC3-462E-49AB-809B-E02E2B14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C236BE-71C6-52AA-D646-8C5BC663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C9F3-D52D-4D2E-8235-6F32464D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376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27C29-192E-5302-3E10-F99FB637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DEA6A2-0A2D-0468-4587-35092F1A4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0215FE-D5D4-F369-245E-0D8279332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9326-0067-4908-9C24-1917A2E4981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9C5618-9EF9-B3C9-F376-701F118D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8881D5-7E06-304B-FDA1-DCFDBD23A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C9F3-D52D-4D2E-8235-6F32464D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22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3CB68-BA5F-F1F8-933A-690D23C0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55704B-B4C1-BF5E-0805-14663A4E0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070C51-2296-D325-B5F8-5B8ECACF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9326-0067-4908-9C24-1917A2E4981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0DDB7A-D48F-8EE1-8783-FF028225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0B914-4C6A-8BD3-8399-9E24BC59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C9F3-D52D-4D2E-8235-6F32464D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93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38EFE-EAF4-2426-4A19-D9BD1106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8A60BF-2A06-661F-4CAA-638A365D5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6167F1-3ADF-9690-F756-F88782B4E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C668BA-77DF-14BA-6EC0-813599DE0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9326-0067-4908-9C24-1917A2E4981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8E9AAE-281A-3CCB-BA27-768AB3EF2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6FFA3-FA2E-ADF0-B3BE-C9D83319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C9F3-D52D-4D2E-8235-6F32464D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31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94D67-D00E-B773-AC60-625EB1FDF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F6AAE8-9673-8C36-44F4-E5BB4223F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74F180-D075-381B-4A5C-2D9543715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D5195C-7F89-EBDC-0BB6-6A1C19A5B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3367EA-333B-D64A-5870-3D0847FFF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AE4F8C-A475-5DDE-C168-12FE1FB1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9326-0067-4908-9C24-1917A2E4981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1F2C49-EE05-12EB-5853-68CBB84B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968D9D-B6C7-87CC-99FA-5AE90E587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C9F3-D52D-4D2E-8235-6F32464D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090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45D59-1922-1024-1F10-EA559DB8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4C92A9-0561-ECF1-DBAB-AA4C5B60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9326-0067-4908-9C24-1917A2E4981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15D1BF-A2A8-653E-7A7D-594B60E80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0EBF00-D125-E44E-16B8-484858C4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C9F3-D52D-4D2E-8235-6F32464D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58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C0BED4-076B-0E1E-C766-9E14F08F8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9326-0067-4908-9C24-1917A2E4981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7E887E-5CED-C94B-EE3F-F5A3090A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A99207-512B-8AB5-0929-D9E759D6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C9F3-D52D-4D2E-8235-6F32464D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82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D1025-9CF6-5721-8DB7-E6AA2F72E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8205C7-CD72-87F8-5CD1-38B6F8991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6F4EA4-ECCA-8789-ABBD-B8414E84B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16CBAB-4299-E963-0850-642151F2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9326-0067-4908-9C24-1917A2E4981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F852CA-28E2-BA42-2B6A-8C1D5C9F1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5983CC-62B8-10DC-4502-855CB3F7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C9F3-D52D-4D2E-8235-6F32464D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387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620999-C890-E56A-8382-F2ABDD19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F00B70-FA1A-1EEE-A6E1-D80794B56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E1669A-A4C1-CF86-F445-1459A2969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DC2742-C894-1DC9-DAAD-457585B1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9326-0067-4908-9C24-1917A2E4981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1052DE-A90B-6FF1-D460-B611FD7CB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F89D39-5899-974B-A53D-986D0B17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C9F3-D52D-4D2E-8235-6F32464D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02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A8A5C-8A13-06B6-3F88-84C2EF29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BD6E87-9477-02FC-CD2D-015FA1B4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E9BD8F-A457-DD03-D338-996A38839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9326-0067-4908-9C24-1917A2E4981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9A40B8-8D0D-DF7F-72EE-DBC1BDB60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B769A-CE78-ABC3-7E8B-8FACA2B2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C9F3-D52D-4D2E-8235-6F32464D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20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2D5FEE-99B8-B0CF-AAFE-63FA4AA68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966CDD-97F6-FACA-A657-1BEBAD83A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303B6-182B-24DD-B41A-713D54563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C9326-0067-4908-9C24-1917A2E4981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CB5DB4-D1A4-B443-8466-8AF4CD26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D9702-5172-FAFB-9F64-EC238BEB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C9F3-D52D-4D2E-8235-6F32464D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228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88375B2-412A-215B-1D93-5393676A6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C721CB-C981-B1AF-396F-FF3DC00E1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86DD7F-07C8-BA65-67F1-ADA741A74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C9326-0067-4908-9C24-1917A2E49815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A1C237-CD27-5872-721E-494B280C6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C4B1E8-5BC2-047F-C3D4-D194AABE9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1C9F3-D52D-4D2E-8235-6F32464D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71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94A4EB-DD58-A53B-44C0-E892B6AB7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2"/>
          <a:stretch>
            <a:fillRect/>
          </a:stretch>
        </p:blipFill>
        <p:spPr>
          <a:xfrm>
            <a:off x="770779" y="0"/>
            <a:ext cx="10085998" cy="6858000"/>
          </a:xfrm>
          <a:prstGeom prst="rect">
            <a:avLst/>
          </a:prstGeom>
        </p:spPr>
      </p:pic>
      <p:sp>
        <p:nvSpPr>
          <p:cNvPr id="13" name="图形 30">
            <a:extLst>
              <a:ext uri="{FF2B5EF4-FFF2-40B4-BE49-F238E27FC236}">
                <a16:creationId xmlns:a16="http://schemas.microsoft.com/office/drawing/2014/main" id="{28766CB7-3A0A-EF5A-6257-F2C550F3D78E}"/>
              </a:ext>
            </a:extLst>
          </p:cNvPr>
          <p:cNvSpPr/>
          <p:nvPr/>
        </p:nvSpPr>
        <p:spPr>
          <a:xfrm>
            <a:off x="3855990" y="1709531"/>
            <a:ext cx="517228" cy="1421295"/>
          </a:xfrm>
          <a:custGeom>
            <a:avLst/>
            <a:gdLst>
              <a:gd name="csX0" fmla="*/ 71735 w 517039"/>
              <a:gd name="csY0" fmla="*/ 372462 h 1591908"/>
              <a:gd name="csX1" fmla="*/ 299 w 517039"/>
              <a:gd name="csY1" fmla="*/ 401037 h 1591908"/>
              <a:gd name="csX2" fmla="*/ 214612 w 517039"/>
              <a:gd name="csY2" fmla="*/ 120049 h 1591908"/>
              <a:gd name="csX3" fmla="*/ 371774 w 517039"/>
              <a:gd name="csY3" fmla="*/ 987 h 1591908"/>
              <a:gd name="csX4" fmla="*/ 428922 w 517039"/>
              <a:gd name="csY4" fmla="*/ 215299 h 1591908"/>
              <a:gd name="csX5" fmla="*/ 514647 w 517039"/>
              <a:gd name="csY5" fmla="*/ 510574 h 1591908"/>
              <a:gd name="csX6" fmla="*/ 409874 w 517039"/>
              <a:gd name="csY6" fmla="*/ 591537 h 1591908"/>
              <a:gd name="csX7" fmla="*/ 286292 w 517039"/>
              <a:gd name="csY7" fmla="*/ 279137 h 1591908"/>
              <a:gd name="csX8" fmla="*/ 269459 w 517039"/>
              <a:gd name="csY8" fmla="*/ 276272 h 1591908"/>
              <a:gd name="csX9" fmla="*/ 186037 w 517039"/>
              <a:gd name="csY9" fmla="*/ 734405 h 1591908"/>
              <a:gd name="csX10" fmla="*/ 186037 w 517039"/>
              <a:gd name="csY10" fmla="*/ 734412 h 1591908"/>
              <a:gd name="csX11" fmla="*/ 514649 w 517039"/>
              <a:gd name="csY11" fmla="*/ 1553566 h 1591908"/>
              <a:gd name="csX12" fmla="*/ 438449 w 517039"/>
              <a:gd name="csY12" fmla="*/ 1591666 h 1591908"/>
              <a:gd name="csX13" fmla="*/ 81262 w 517039"/>
              <a:gd name="csY13" fmla="*/ 734412 h 1591908"/>
              <a:gd name="csX14" fmla="*/ 214612 w 517039"/>
              <a:gd name="csY14" fmla="*/ 196249 h 1591908"/>
              <a:gd name="csX15" fmla="*/ 71735 w 517039"/>
              <a:gd name="csY15" fmla="*/ 372462 h 1591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517039" h="1591908">
                <a:moveTo>
                  <a:pt x="71735" y="372462"/>
                </a:moveTo>
                <a:cubicBezTo>
                  <a:pt x="48875" y="402942"/>
                  <a:pt x="-4464" y="420087"/>
                  <a:pt x="299" y="401037"/>
                </a:cubicBezTo>
                <a:cubicBezTo>
                  <a:pt x="36812" y="347061"/>
                  <a:pt x="128887" y="230268"/>
                  <a:pt x="214612" y="120049"/>
                </a:cubicBezTo>
                <a:cubicBezTo>
                  <a:pt x="294622" y="17179"/>
                  <a:pt x="351137" y="-5363"/>
                  <a:pt x="371774" y="987"/>
                </a:cubicBezTo>
                <a:cubicBezTo>
                  <a:pt x="378124" y="13687"/>
                  <a:pt x="390822" y="74330"/>
                  <a:pt x="428922" y="215299"/>
                </a:cubicBezTo>
                <a:cubicBezTo>
                  <a:pt x="476547" y="391512"/>
                  <a:pt x="528935" y="467712"/>
                  <a:pt x="514647" y="510574"/>
                </a:cubicBezTo>
                <a:cubicBezTo>
                  <a:pt x="503217" y="544864"/>
                  <a:pt x="440037" y="575662"/>
                  <a:pt x="409874" y="591537"/>
                </a:cubicBezTo>
                <a:cubicBezTo>
                  <a:pt x="360616" y="531723"/>
                  <a:pt x="308918" y="369825"/>
                  <a:pt x="286292" y="279137"/>
                </a:cubicBezTo>
                <a:cubicBezTo>
                  <a:pt x="284287" y="271100"/>
                  <a:pt x="273792" y="269211"/>
                  <a:pt x="269459" y="276272"/>
                </a:cubicBezTo>
                <a:cubicBezTo>
                  <a:pt x="186037" y="412184"/>
                  <a:pt x="186037" y="597706"/>
                  <a:pt x="186037" y="734405"/>
                </a:cubicBezTo>
                <a:lnTo>
                  <a:pt x="186037" y="734412"/>
                </a:lnTo>
                <a:cubicBezTo>
                  <a:pt x="186037" y="1215428"/>
                  <a:pt x="397174" y="1475775"/>
                  <a:pt x="514649" y="1553566"/>
                </a:cubicBezTo>
                <a:cubicBezTo>
                  <a:pt x="491789" y="1587856"/>
                  <a:pt x="454324" y="1593247"/>
                  <a:pt x="438449" y="1591666"/>
                </a:cubicBezTo>
                <a:cubicBezTo>
                  <a:pt x="138412" y="1434503"/>
                  <a:pt x="73398" y="958567"/>
                  <a:pt x="81262" y="734412"/>
                </a:cubicBezTo>
                <a:cubicBezTo>
                  <a:pt x="90785" y="462949"/>
                  <a:pt x="166987" y="297850"/>
                  <a:pt x="214612" y="196249"/>
                </a:cubicBezTo>
                <a:cubicBezTo>
                  <a:pt x="181274" y="239112"/>
                  <a:pt x="94595" y="341982"/>
                  <a:pt x="71735" y="372462"/>
                </a:cubicBezTo>
                <a:close/>
              </a:path>
            </a:pathLst>
          </a:custGeom>
          <a:solidFill>
            <a:srgbClr val="FFC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图形 30">
            <a:extLst>
              <a:ext uri="{FF2B5EF4-FFF2-40B4-BE49-F238E27FC236}">
                <a16:creationId xmlns:a16="http://schemas.microsoft.com/office/drawing/2014/main" id="{1E276D96-3DF1-0C3F-505F-D5302FE43A8F}"/>
              </a:ext>
            </a:extLst>
          </p:cNvPr>
          <p:cNvSpPr/>
          <p:nvPr/>
        </p:nvSpPr>
        <p:spPr>
          <a:xfrm rot="553369" flipV="1">
            <a:off x="6191990" y="1205959"/>
            <a:ext cx="517228" cy="1239546"/>
          </a:xfrm>
          <a:custGeom>
            <a:avLst/>
            <a:gdLst>
              <a:gd name="csX0" fmla="*/ 71735 w 517039"/>
              <a:gd name="csY0" fmla="*/ 372462 h 1591908"/>
              <a:gd name="csX1" fmla="*/ 299 w 517039"/>
              <a:gd name="csY1" fmla="*/ 401037 h 1591908"/>
              <a:gd name="csX2" fmla="*/ 214612 w 517039"/>
              <a:gd name="csY2" fmla="*/ 120049 h 1591908"/>
              <a:gd name="csX3" fmla="*/ 371774 w 517039"/>
              <a:gd name="csY3" fmla="*/ 987 h 1591908"/>
              <a:gd name="csX4" fmla="*/ 428922 w 517039"/>
              <a:gd name="csY4" fmla="*/ 215299 h 1591908"/>
              <a:gd name="csX5" fmla="*/ 514647 w 517039"/>
              <a:gd name="csY5" fmla="*/ 510574 h 1591908"/>
              <a:gd name="csX6" fmla="*/ 409874 w 517039"/>
              <a:gd name="csY6" fmla="*/ 591537 h 1591908"/>
              <a:gd name="csX7" fmla="*/ 286292 w 517039"/>
              <a:gd name="csY7" fmla="*/ 279137 h 1591908"/>
              <a:gd name="csX8" fmla="*/ 269459 w 517039"/>
              <a:gd name="csY8" fmla="*/ 276272 h 1591908"/>
              <a:gd name="csX9" fmla="*/ 186037 w 517039"/>
              <a:gd name="csY9" fmla="*/ 734405 h 1591908"/>
              <a:gd name="csX10" fmla="*/ 186037 w 517039"/>
              <a:gd name="csY10" fmla="*/ 734412 h 1591908"/>
              <a:gd name="csX11" fmla="*/ 514649 w 517039"/>
              <a:gd name="csY11" fmla="*/ 1553566 h 1591908"/>
              <a:gd name="csX12" fmla="*/ 438449 w 517039"/>
              <a:gd name="csY12" fmla="*/ 1591666 h 1591908"/>
              <a:gd name="csX13" fmla="*/ 81262 w 517039"/>
              <a:gd name="csY13" fmla="*/ 734412 h 1591908"/>
              <a:gd name="csX14" fmla="*/ 214612 w 517039"/>
              <a:gd name="csY14" fmla="*/ 196249 h 1591908"/>
              <a:gd name="csX15" fmla="*/ 71735 w 517039"/>
              <a:gd name="csY15" fmla="*/ 372462 h 1591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517039" h="1591908">
                <a:moveTo>
                  <a:pt x="71735" y="372462"/>
                </a:moveTo>
                <a:cubicBezTo>
                  <a:pt x="48875" y="402942"/>
                  <a:pt x="-4464" y="420087"/>
                  <a:pt x="299" y="401037"/>
                </a:cubicBezTo>
                <a:cubicBezTo>
                  <a:pt x="36812" y="347061"/>
                  <a:pt x="128887" y="230268"/>
                  <a:pt x="214612" y="120049"/>
                </a:cubicBezTo>
                <a:cubicBezTo>
                  <a:pt x="294622" y="17179"/>
                  <a:pt x="351137" y="-5363"/>
                  <a:pt x="371774" y="987"/>
                </a:cubicBezTo>
                <a:cubicBezTo>
                  <a:pt x="378124" y="13687"/>
                  <a:pt x="390822" y="74330"/>
                  <a:pt x="428922" y="215299"/>
                </a:cubicBezTo>
                <a:cubicBezTo>
                  <a:pt x="476547" y="391512"/>
                  <a:pt x="528935" y="467712"/>
                  <a:pt x="514647" y="510574"/>
                </a:cubicBezTo>
                <a:cubicBezTo>
                  <a:pt x="503217" y="544864"/>
                  <a:pt x="440037" y="575662"/>
                  <a:pt x="409874" y="591537"/>
                </a:cubicBezTo>
                <a:cubicBezTo>
                  <a:pt x="360616" y="531723"/>
                  <a:pt x="308918" y="369825"/>
                  <a:pt x="286292" y="279137"/>
                </a:cubicBezTo>
                <a:cubicBezTo>
                  <a:pt x="284287" y="271100"/>
                  <a:pt x="273792" y="269211"/>
                  <a:pt x="269459" y="276272"/>
                </a:cubicBezTo>
                <a:cubicBezTo>
                  <a:pt x="186037" y="412184"/>
                  <a:pt x="186037" y="597706"/>
                  <a:pt x="186037" y="734405"/>
                </a:cubicBezTo>
                <a:lnTo>
                  <a:pt x="186037" y="734412"/>
                </a:lnTo>
                <a:cubicBezTo>
                  <a:pt x="186037" y="1215428"/>
                  <a:pt x="397174" y="1475775"/>
                  <a:pt x="514649" y="1553566"/>
                </a:cubicBezTo>
                <a:cubicBezTo>
                  <a:pt x="491789" y="1587856"/>
                  <a:pt x="454324" y="1593247"/>
                  <a:pt x="438449" y="1591666"/>
                </a:cubicBezTo>
                <a:cubicBezTo>
                  <a:pt x="138412" y="1434503"/>
                  <a:pt x="73398" y="958567"/>
                  <a:pt x="81262" y="734412"/>
                </a:cubicBezTo>
                <a:cubicBezTo>
                  <a:pt x="90785" y="462949"/>
                  <a:pt x="166987" y="297850"/>
                  <a:pt x="214612" y="196249"/>
                </a:cubicBezTo>
                <a:cubicBezTo>
                  <a:pt x="181274" y="239112"/>
                  <a:pt x="94595" y="341982"/>
                  <a:pt x="71735" y="372462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矩形: 对角圆角 17">
            <a:extLst>
              <a:ext uri="{FF2B5EF4-FFF2-40B4-BE49-F238E27FC236}">
                <a16:creationId xmlns:a16="http://schemas.microsoft.com/office/drawing/2014/main" id="{E0B30EFC-010F-F322-A724-D6C8DD5ADB20}"/>
              </a:ext>
            </a:extLst>
          </p:cNvPr>
          <p:cNvSpPr/>
          <p:nvPr/>
        </p:nvSpPr>
        <p:spPr>
          <a:xfrm>
            <a:off x="6834338" y="955216"/>
            <a:ext cx="1836873" cy="554143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26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1A1FDF-12A7-DD36-A754-C485D7C12EA7}"/>
              </a:ext>
            </a:extLst>
          </p:cNvPr>
          <p:cNvSpPr txBox="1"/>
          <p:nvPr/>
        </p:nvSpPr>
        <p:spPr>
          <a:xfrm>
            <a:off x="8186430" y="2066882"/>
            <a:ext cx="969561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Data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05F9AD-DA3A-BC81-76B2-6FF73C9A8CAE}"/>
              </a:ext>
            </a:extLst>
          </p:cNvPr>
          <p:cNvSpPr txBox="1"/>
          <p:nvPr/>
        </p:nvSpPr>
        <p:spPr>
          <a:xfrm>
            <a:off x="9236608" y="2827263"/>
            <a:ext cx="1502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50CEC78-B8CC-C729-6C63-8992B9191BBD}"/>
              </a:ext>
            </a:extLst>
          </p:cNvPr>
          <p:cNvCxnSpPr>
            <a:cxnSpLocks/>
            <a:endCxn id="79" idx="2"/>
          </p:cNvCxnSpPr>
          <p:nvPr/>
        </p:nvCxnSpPr>
        <p:spPr>
          <a:xfrm flipH="1" flipV="1">
            <a:off x="9923605" y="3288928"/>
            <a:ext cx="123088" cy="540698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1945DE3-2A50-ADE8-668D-6D6A8EA198B0}"/>
              </a:ext>
            </a:extLst>
          </p:cNvPr>
          <p:cNvCxnSpPr>
            <a:cxnSpLocks/>
            <a:endCxn id="79" idx="2"/>
          </p:cNvCxnSpPr>
          <p:nvPr/>
        </p:nvCxnSpPr>
        <p:spPr>
          <a:xfrm flipV="1">
            <a:off x="9236608" y="3288928"/>
            <a:ext cx="686997" cy="826006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F7C9AD5-EF8E-C6E4-B1F0-2B7728FF198B}"/>
              </a:ext>
            </a:extLst>
          </p:cNvPr>
          <p:cNvCxnSpPr>
            <a:cxnSpLocks/>
            <a:endCxn id="76" idx="2"/>
          </p:cNvCxnSpPr>
          <p:nvPr/>
        </p:nvCxnSpPr>
        <p:spPr>
          <a:xfrm flipV="1">
            <a:off x="8367885" y="2774768"/>
            <a:ext cx="153576" cy="733366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866A8D7-E6E2-E96C-59F1-5B3E19D3FB1D}"/>
              </a:ext>
            </a:extLst>
          </p:cNvPr>
          <p:cNvCxnSpPr>
            <a:cxnSpLocks/>
            <a:endCxn id="76" idx="2"/>
          </p:cNvCxnSpPr>
          <p:nvPr/>
        </p:nvCxnSpPr>
        <p:spPr>
          <a:xfrm flipH="1" flipV="1">
            <a:off x="8521461" y="2774768"/>
            <a:ext cx="95726" cy="733366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: 对角圆角 59">
                <a:extLst>
                  <a:ext uri="{FF2B5EF4-FFF2-40B4-BE49-F238E27FC236}">
                    <a16:creationId xmlns:a16="http://schemas.microsoft.com/office/drawing/2014/main" id="{CC3B7D94-B744-3B14-E3AB-0EAFF1876701}"/>
                  </a:ext>
                </a:extLst>
              </p:cNvPr>
              <p:cNvSpPr/>
              <p:nvPr/>
            </p:nvSpPr>
            <p:spPr>
              <a:xfrm>
                <a:off x="3993265" y="266218"/>
                <a:ext cx="1455460" cy="717630"/>
              </a:xfrm>
              <a:prstGeom prst="round2Diag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=31.2</m:t>
                      </m:r>
                    </m:oMath>
                  </m:oMathPara>
                </a14:m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0" name="矩形: 对角圆角 59">
                <a:extLst>
                  <a:ext uri="{FF2B5EF4-FFF2-40B4-BE49-F238E27FC236}">
                    <a16:creationId xmlns:a16="http://schemas.microsoft.com/office/drawing/2014/main" id="{CC3B7D94-B744-3B14-E3AB-0EAFF1876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265" y="266218"/>
                <a:ext cx="1455460" cy="717630"/>
              </a:xfrm>
              <a:prstGeom prst="round2Diag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3" name="表格 62">
            <a:extLst>
              <a:ext uri="{FF2B5EF4-FFF2-40B4-BE49-F238E27FC236}">
                <a16:creationId xmlns:a16="http://schemas.microsoft.com/office/drawing/2014/main" id="{64BE39D4-493A-2EE2-B5DF-337C60AD4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413307"/>
              </p:ext>
            </p:extLst>
          </p:nvPr>
        </p:nvGraphicFramePr>
        <p:xfrm>
          <a:off x="1932378" y="4419600"/>
          <a:ext cx="7641783" cy="1483184"/>
        </p:xfrm>
        <a:graphic>
          <a:graphicData uri="http://schemas.openxmlformats.org/drawingml/2006/table">
            <a:tbl>
              <a:tblPr firstRow="1" firstCol="1" bandRow="1"/>
              <a:tblGrid>
                <a:gridCol w="961293">
                  <a:extLst>
                    <a:ext uri="{9D8B030D-6E8A-4147-A177-3AD203B41FA5}">
                      <a16:colId xmlns:a16="http://schemas.microsoft.com/office/drawing/2014/main" val="2728843740"/>
                    </a:ext>
                  </a:extLst>
                </a:gridCol>
                <a:gridCol w="1354238">
                  <a:extLst>
                    <a:ext uri="{9D8B030D-6E8A-4147-A177-3AD203B41FA5}">
                      <a16:colId xmlns:a16="http://schemas.microsoft.com/office/drawing/2014/main" val="4186123978"/>
                    </a:ext>
                  </a:extLst>
                </a:gridCol>
                <a:gridCol w="972273">
                  <a:extLst>
                    <a:ext uri="{9D8B030D-6E8A-4147-A177-3AD203B41FA5}">
                      <a16:colId xmlns:a16="http://schemas.microsoft.com/office/drawing/2014/main" val="1072878400"/>
                    </a:ext>
                  </a:extLst>
                </a:gridCol>
                <a:gridCol w="1002188">
                  <a:extLst>
                    <a:ext uri="{9D8B030D-6E8A-4147-A177-3AD203B41FA5}">
                      <a16:colId xmlns:a16="http://schemas.microsoft.com/office/drawing/2014/main" val="463765486"/>
                    </a:ext>
                  </a:extLst>
                </a:gridCol>
                <a:gridCol w="1139129">
                  <a:extLst>
                    <a:ext uri="{9D8B030D-6E8A-4147-A177-3AD203B41FA5}">
                      <a16:colId xmlns:a16="http://schemas.microsoft.com/office/drawing/2014/main" val="1471560990"/>
                    </a:ext>
                  </a:extLst>
                </a:gridCol>
                <a:gridCol w="1274463">
                  <a:extLst>
                    <a:ext uri="{9D8B030D-6E8A-4147-A177-3AD203B41FA5}">
                      <a16:colId xmlns:a16="http://schemas.microsoft.com/office/drawing/2014/main" val="1277116297"/>
                    </a:ext>
                  </a:extLst>
                </a:gridCol>
                <a:gridCol w="938199">
                  <a:extLst>
                    <a:ext uri="{9D8B030D-6E8A-4147-A177-3AD203B41FA5}">
                      <a16:colId xmlns:a16="http://schemas.microsoft.com/office/drawing/2014/main" val="1738123900"/>
                    </a:ext>
                  </a:extLst>
                </a:gridCol>
              </a:tblGrid>
              <a:tr h="87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Group</a:t>
                      </a:r>
                      <a:endParaRPr lang="zh-CN" sz="18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Avg Brightness</a:t>
                      </a:r>
                      <a:endParaRPr lang="zh-CN" sz="1800" b="0" i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CPU Usage (%)</a:t>
                      </a:r>
                      <a:endParaRPr lang="zh-CN" sz="1800" b="0" i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Avg Freq (MHz)</a:t>
                      </a:r>
                      <a:endParaRPr lang="zh-CN" sz="1800" b="0" i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i="1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US" sz="1900" b="0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On (%)</a:t>
                      </a:r>
                      <a:endParaRPr lang="zh-CN" sz="1800" b="0" i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i="1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US" sz="1900" b="0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Intensity (dBm)</a:t>
                      </a:r>
                      <a:endParaRPr lang="zh-CN" sz="1800" b="0" i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i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GPS Status</a:t>
                      </a:r>
                      <a:endParaRPr lang="zh-CN" sz="1800" b="0" i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170263"/>
                  </a:ext>
                </a:extLst>
              </a:tr>
              <a:tr h="3051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i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30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67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1683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-48.8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207243"/>
                  </a:ext>
                </a:extLst>
              </a:tr>
              <a:tr h="3051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i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26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41.9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1364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-55.5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9403" marR="11940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954424"/>
                  </a:ext>
                </a:extLst>
              </a:tr>
            </a:tbl>
          </a:graphicData>
        </a:graphic>
      </p:graphicFrame>
      <p:sp>
        <p:nvSpPr>
          <p:cNvPr id="64" name="矩形: 对角圆角 63">
            <a:extLst>
              <a:ext uri="{FF2B5EF4-FFF2-40B4-BE49-F238E27FC236}">
                <a16:creationId xmlns:a16="http://schemas.microsoft.com/office/drawing/2014/main" id="{C8A85522-E9B6-65BC-C9E0-7FAB3C5275A0}"/>
              </a:ext>
            </a:extLst>
          </p:cNvPr>
          <p:cNvSpPr/>
          <p:nvPr/>
        </p:nvSpPr>
        <p:spPr>
          <a:xfrm>
            <a:off x="4478050" y="2953187"/>
            <a:ext cx="1455460" cy="511197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2</a:t>
            </a:r>
            <a:endParaRPr lang="zh-CN" alt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5B58487E-B25F-1E68-9127-0F452B666E5C}"/>
              </a:ext>
            </a:extLst>
          </p:cNvPr>
          <p:cNvSpPr/>
          <p:nvPr/>
        </p:nvSpPr>
        <p:spPr>
          <a:xfrm>
            <a:off x="8090704" y="2066882"/>
            <a:ext cx="861513" cy="7078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A836DDF0-8E50-6971-2676-47EA2765203D}"/>
              </a:ext>
            </a:extLst>
          </p:cNvPr>
          <p:cNvSpPr/>
          <p:nvPr/>
        </p:nvSpPr>
        <p:spPr>
          <a:xfrm>
            <a:off x="9190309" y="2827263"/>
            <a:ext cx="1466592" cy="46166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09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47</Words>
  <Application>Microsoft Office PowerPoint</Application>
  <PresentationFormat>宽屏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文浩 李</dc:creator>
  <cp:lastModifiedBy>文浩 李</cp:lastModifiedBy>
  <cp:revision>3</cp:revision>
  <dcterms:created xsi:type="dcterms:W3CDTF">2026-02-01T06:58:57Z</dcterms:created>
  <dcterms:modified xsi:type="dcterms:W3CDTF">2026-02-01T16:56:59Z</dcterms:modified>
</cp:coreProperties>
</file>