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6EEF8-B2E7-7F5A-A0EF-CA71328EB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570B45-4975-3A75-1164-8CCCB5035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B1CADB-E425-14D9-54D0-AA646D1B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5C352-716F-13A1-883A-EB5DCBC5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9C7F44-D267-67BD-9D75-443E0A74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601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88E85-ACB3-BCB5-9D7A-8CCACF36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290887-105B-4134-7822-E43DE30C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078E9-CC68-84D2-E87B-2EE82626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669B3E-075F-3CF5-C3DA-06BDE599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7D526C-9C4B-06DB-00B7-255FBF0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56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E613F-E07D-C48D-F5EA-89E0F65E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B1056-D566-1FBC-8BCC-C0CE25379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957195-4787-396E-7BCF-C42CB305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34B4D3-C969-C5BF-A112-6BA619F4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CC564-B07E-DD02-5D8B-F193DC7D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87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60586-4714-E5E4-A90B-0EB80400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C1A0C-C2CE-F0D3-28BE-47B90EC3D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4B4D87-B33B-68A5-E186-D6CD66546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2BC7D7-2980-6347-C7D7-68F0DA0A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A1FABE-A449-81FE-F7DB-ED56498B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EBB880-DC9D-BC87-00F3-1592AC33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764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6780A-4664-AE83-10E9-6406488A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438248-4674-1C0A-180C-685ED0754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BE7C65-11D3-4730-3383-F6B31AAB1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B270F6-1C5B-2979-F3D3-39D523499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F10C89-FB44-0E90-557A-D89C182A7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E42EBB-CF4F-6AF5-0CAE-C8512CA4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9948D9-A3CD-A2D4-95C9-A3ED812B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A12426-EA9A-1CBD-26AE-5EB99783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09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97342-4BD9-F429-F084-3370BE27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5B306F-DD87-B255-D27A-CF63AA3A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9936EA-186B-9EEF-12D6-47AD5754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C0F058-9AF8-EDDB-AB65-BC0646D3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766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FB6942-2530-C289-388C-A9284FC2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2ABB5-9534-19C2-E444-F575F672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23CA8C-9D09-5533-C67F-2EAC0310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86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6A2C9-4B2C-DFC8-398E-95C6EB9F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17949-038B-C8DC-9434-1780B26CC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E6B436-B4C4-E386-06AC-8B26592FA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F9C61-BCF3-79C8-5995-8A2C5E0F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789A1E-7C5C-9244-6E74-F267C7DA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8518C8-FB99-E61E-EF0F-EF0CF13E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11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74810-A2CA-B814-2039-84A73DAE6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0EC28E-C42D-6391-A8E9-8961D0496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442435-171E-FCA9-8F4C-8581D88CA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8914B9-D514-950C-EC3C-33EF42F2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99C090-DEF3-5B70-F1A1-F84B48EE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E7BD52-6DAE-A1E3-B866-200FC842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68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80B99-33C2-429A-52AC-26D77ED69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B00783-ABA8-3AB1-6492-E2A123DE9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6B9A6-7372-0075-B0CA-484047E8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51039-F1AA-A5C6-F9F8-68E98E0A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88DF2-99A4-1A13-C2CA-437C808E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F7A6A8-C96A-9FC8-D07E-6F41D5129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3438DC-DAAE-1DAC-F002-AC297EF5E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EA2EDE-CFC7-5CE1-6B73-8441248A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9613D7-8BF1-D7DF-D497-B142DCA3E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A5939B-8EA8-952A-D4F6-2D7B7E96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39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87419A-597E-EF60-4D46-2AFE0917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A3A55B-69B4-D8B9-A878-E39A8BA50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E0A7B6-4EE2-535C-566A-F54BF230E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2D97A-0DFC-4CA1-B685-655C40E8CF61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8A0741-A357-1D7B-393A-FE5A0AEFA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5F3BA2-6F02-3320-6174-C107E1C51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0772-0EFB-4C1F-ABF9-45E61BEE4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474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5.png"/><Relationship Id="rId26" Type="http://schemas.openxmlformats.org/officeDocument/2006/relationships/image" Target="../media/image13.png"/><Relationship Id="rId3" Type="http://schemas.openxmlformats.org/officeDocument/2006/relationships/tags" Target="../tags/tag4.xml"/><Relationship Id="rId21" Type="http://schemas.openxmlformats.org/officeDocument/2006/relationships/image" Target="../media/image8.sv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4.svg"/><Relationship Id="rId25" Type="http://schemas.openxmlformats.org/officeDocument/2006/relationships/image" Target="../media/image12.svg"/><Relationship Id="rId2" Type="http://schemas.openxmlformats.org/officeDocument/2006/relationships/tags" Target="../tags/tag3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29" Type="http://schemas.openxmlformats.org/officeDocument/2006/relationships/image" Target="../media/image16.sv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image" Target="../media/image11.png"/><Relationship Id="rId5" Type="http://schemas.openxmlformats.org/officeDocument/2006/relationships/tags" Target="../tags/tag6.xml"/><Relationship Id="rId15" Type="http://schemas.openxmlformats.org/officeDocument/2006/relationships/image" Target="../media/image2.svg"/><Relationship Id="rId23" Type="http://schemas.openxmlformats.org/officeDocument/2006/relationships/image" Target="../media/image10.svg"/><Relationship Id="rId28" Type="http://schemas.openxmlformats.org/officeDocument/2006/relationships/image" Target="../media/image15.png"/><Relationship Id="rId10" Type="http://schemas.openxmlformats.org/officeDocument/2006/relationships/tags" Target="../tags/tag11.xml"/><Relationship Id="rId19" Type="http://schemas.openxmlformats.org/officeDocument/2006/relationships/image" Target="../media/image6.svg"/><Relationship Id="rId31" Type="http://schemas.openxmlformats.org/officeDocument/2006/relationships/image" Target="../media/image18.sv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1.png"/><Relationship Id="rId22" Type="http://schemas.openxmlformats.org/officeDocument/2006/relationships/image" Target="../media/image9.png"/><Relationship Id="rId27" Type="http://schemas.openxmlformats.org/officeDocument/2006/relationships/image" Target="../media/image14.svg"/><Relationship Id="rId30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902A6A60-6807-974C-1663-4DA247EFBE2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6923" y="1391869"/>
            <a:ext cx="1339644" cy="1339644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62214C33-409F-7ED6-1B05-8D4117363E1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11378" y="3923072"/>
            <a:ext cx="1042219" cy="1042219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5B6036C8-7698-802E-88D6-C78949194F1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89488" y="1512469"/>
            <a:ext cx="1339644" cy="1339644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EFF034DE-8579-F4F9-CC0A-3D5D5DFF954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63770" y="1505321"/>
            <a:ext cx="1600199" cy="160019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E8C196B-EDEA-6817-98BC-3F62600C07BE}"/>
              </a:ext>
            </a:extLst>
          </p:cNvPr>
          <p:cNvSpPr txBox="1"/>
          <p:nvPr/>
        </p:nvSpPr>
        <p:spPr>
          <a:xfrm>
            <a:off x="10661527" y="1904134"/>
            <a:ext cx="604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OS</a:t>
            </a:r>
            <a:endParaRPr lang="zh-CN" altLang="en-US" dirty="0">
              <a:latin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9B9DDF85-DA8D-3DA3-F21C-43893AE6F4D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>
            <a:off x="7646096" y="2090722"/>
            <a:ext cx="1439819" cy="1439819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F9645CB7-F090-2E78-1FD4-D85D8A1404F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696176" y="1370812"/>
            <a:ext cx="1439819" cy="1439819"/>
          </a:xfrm>
          <a:prstGeom prst="rect">
            <a:avLst/>
          </a:prstGeom>
        </p:spPr>
      </p:pic>
      <p:sp>
        <p:nvSpPr>
          <p:cNvPr id="18" name="矩形: 圆角 50">
            <a:extLst>
              <a:ext uri="{FF2B5EF4-FFF2-40B4-BE49-F238E27FC236}">
                <a16:creationId xmlns:a16="http://schemas.microsoft.com/office/drawing/2014/main" id="{682487E9-A597-F138-8533-36F88E985419}"/>
              </a:ext>
            </a:extLst>
          </p:cNvPr>
          <p:cNvSpPr/>
          <p:nvPr/>
        </p:nvSpPr>
        <p:spPr>
          <a:xfrm>
            <a:off x="7128982" y="3171661"/>
            <a:ext cx="2850125" cy="589936"/>
          </a:xfrm>
          <a:prstGeom prst="roundRect">
            <a:avLst/>
          </a:prstGeom>
          <a:solidFill>
            <a:srgbClr val="BDD7EE">
              <a:alpha val="30000"/>
            </a:srgb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increase CPU utilization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50">
            <a:extLst>
              <a:ext uri="{FF2B5EF4-FFF2-40B4-BE49-F238E27FC236}">
                <a16:creationId xmlns:a16="http://schemas.microsoft.com/office/drawing/2014/main" id="{B9352BF8-E181-06F5-9F9C-BA34B7F7E855}"/>
              </a:ext>
            </a:extLst>
          </p:cNvPr>
          <p:cNvSpPr/>
          <p:nvPr/>
        </p:nvSpPr>
        <p:spPr>
          <a:xfrm>
            <a:off x="7128981" y="1018400"/>
            <a:ext cx="2850125" cy="589936"/>
          </a:xfrm>
          <a:prstGeom prst="roundRect">
            <a:avLst/>
          </a:prstGeom>
          <a:solidFill>
            <a:srgbClr val="BDD7EE">
              <a:alpha val="30000"/>
            </a:srgb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 CPU utilization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EAF0B834-CC93-58D1-446D-E68E58603D5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79212" y="1894606"/>
            <a:ext cx="739044" cy="739044"/>
          </a:xfrm>
          <a:prstGeom prst="rect">
            <a:avLst/>
          </a:prstGeom>
        </p:spPr>
      </p:pic>
      <p:sp>
        <p:nvSpPr>
          <p:cNvPr id="28" name="矩形: 圆角 50">
            <a:extLst>
              <a:ext uri="{FF2B5EF4-FFF2-40B4-BE49-F238E27FC236}">
                <a16:creationId xmlns:a16="http://schemas.microsoft.com/office/drawing/2014/main" id="{15F06231-F8D8-F561-D103-D08FF398E393}"/>
              </a:ext>
            </a:extLst>
          </p:cNvPr>
          <p:cNvSpPr/>
          <p:nvPr/>
        </p:nvSpPr>
        <p:spPr>
          <a:xfrm>
            <a:off x="4240902" y="3105520"/>
            <a:ext cx="2036816" cy="456895"/>
          </a:xfrm>
          <a:prstGeom prst="roundRect">
            <a:avLst/>
          </a:prstGeom>
          <a:solidFill>
            <a:srgbClr val="A9D18E">
              <a:alpha val="30000"/>
            </a:srgb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heat dissipation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形 30">
            <a:extLst>
              <a:ext uri="{FF2B5EF4-FFF2-40B4-BE49-F238E27FC236}">
                <a16:creationId xmlns:a16="http://schemas.microsoft.com/office/drawing/2014/main" id="{C52A930A-1429-DD8B-4056-6F9DC319893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857735" y="3735932"/>
            <a:ext cx="1949245" cy="1949245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1F213719-4F3A-97D2-47D8-556C46E43E8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96291" y="4249399"/>
            <a:ext cx="1054701" cy="1054701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9DF4DDA6-17DE-B873-46E3-5D7FF6911F7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8769" y="1341782"/>
            <a:ext cx="1653225" cy="1653225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F7873E29-3973-AC13-4F6C-A75A730CC00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>
            <a:off x="3305596" y="1496622"/>
            <a:ext cx="1439819" cy="1439819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419DC9E2-35F6-A24A-5AD9-79EF47181695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38413" y="1532452"/>
            <a:ext cx="1271853" cy="127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824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9BB1C1A51A5AC0C1248280598E8797DB13704A0D405FB016EFB1ED28DB3BB8D9" val="[{&quot;GradientColorId&quot;:&quot;&quot;,&quot;IsFree&quot;:true,&quot;IsGradient&quot;:false,&quot;ImagePath&quot;:&quot;&quot;,&quot;GradientColor&quot;:null,&quot;SimpleColor&quot;:&quot;#A9D18E&quot;},{&quot;GradientColorId&quot;:&quot;&quot;,&quot;IsFree&quot;:true,&quot;IsGradient&quot;:false,&quot;ImagePath&quot;:&quot;&quot;,&quot;GradientColor&quot;:null,&quot;SimpleColor&quot;:&quot;#000000&quot;},{&quot;GradientColorId&quot;:&quot;&quot;,&quot;IsFree&quot;:true,&quot;IsGradient&quot;:false,&quot;ImagePath&quot;:&quot;&quot;,&quot;GradientColor&quot;:null,&quot;SimpleColor&quot;:&quot;#C5E0B4&quot;},{&quot;GradientColorId&quot;:&quot;&quot;,&quot;IsFree&quot;:true,&quot;IsGradient&quot;:false,&quot;ImagePath&quot;:&quot;&quot;,&quot;GradientColor&quot;:null,&quot;SimpleColor&quot;:&quot;#E2F0D9&quot;},{&quot;GradientColorId&quot;:&quot;&quot;,&quot;IsFree&quot;:true,&quot;IsGradient&quot;:false,&quot;ImagePath&quot;:&quot;&quot;,&quot;GradientColor&quot;:null,&quot;SimpleColor&quot;:&quot;#BDD7EE&quot;},{&quot;GradientColorId&quot;:&quot;&quot;,&quot;IsFree&quot;:true,&quot;IsGradient&quot;:false,&quot;ImagePath&quot;:&quot;&quot;,&quot;GradientColor&quot;:null,&quot;SimpleColor&quot;:&quot;#DEEBF7&quot;},{&quot;GradientColorId&quot;:&quot;&quot;,&quot;IsFree&quot;:true,&quot;IsGradient&quot;:false,&quot;ImagePath&quot;:&quot;&quot;,&quot;GradientColor&quot;:null,&quot;SimpleColor&quot;:&quot;#00B0F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Microsoft Himalaya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文静 刘</dc:creator>
  <cp:lastModifiedBy>文静 刘</cp:lastModifiedBy>
  <cp:revision>1</cp:revision>
  <dcterms:created xsi:type="dcterms:W3CDTF">2026-02-02T10:16:41Z</dcterms:created>
  <dcterms:modified xsi:type="dcterms:W3CDTF">2026-02-02T10:16:49Z</dcterms:modified>
</cp:coreProperties>
</file>