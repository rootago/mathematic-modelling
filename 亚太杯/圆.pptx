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14A15-FCEB-8ADA-CD55-F85703D58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98D07A-7B6C-7B72-0FD3-CB8529666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88AD48-D436-C984-BD29-02915C9E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1E748-A024-1EE8-11A8-CCF7DF85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96929-1A01-4A44-B7B3-0DF64A3F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7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BF552-921E-3866-7986-F1D94BCE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E0369-3027-89A4-E19A-FC999FAA9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D1C08-A2AD-096D-F91D-F044BEF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47DFE-A4D6-56E5-95C2-DC184E8A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E1DF0F-D9CB-688D-2ACF-810AB8E7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1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5E76E-3447-6005-CE93-DA07EC51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5F02B3-43D3-A62B-EC36-D1E146D93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AC18D-16A1-168B-7BB4-C917EB55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85182-B6AB-D3B3-DC0E-78901983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0D026-E06A-14DC-3C9E-033DAA1D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864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EFF3D-54F8-71EA-EEC7-95A72F70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AD82F-B461-31AB-66B9-08CC74D3C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A9F4A5-881A-6F9A-307F-365885FD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9A2DE-E59E-D278-40C3-D9739E04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AD25C7-1413-F767-539D-84DCD801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64C6E7-508A-E6A0-FFB7-5AE6E8BF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94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08D69-7D46-E395-17C5-5C1570C6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4413CB-00D2-4579-9104-1CF04FDA8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158908-702B-05A1-8274-5564C4255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C2B768-FFAB-9367-D565-D9C2BF001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E19357-F07E-97B5-3CC5-68AFBC887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A96BDC-103A-F153-53EC-C129FCAE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0AA89C-07A6-8BDC-F442-8A706FF3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8DB77-F8F2-6807-F249-DE2CF12A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02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F9B19-5B20-8D44-4C25-B0CBC55B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EDD2EC-194D-C8E2-23CA-5221E6AA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3FEB75-F859-3A65-97C7-69106FEE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27B0C7-DE59-2A03-D36F-F280D4DE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8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030893-7014-866D-1C38-6BFE850A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15597D-5EEE-E1F9-3DA9-9CDCA746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45005-D2D6-51FC-8053-63904FB6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27F57-8101-1AD3-926F-459E1393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119186-6044-1DB4-7F16-0FBDCD841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DFD1A0-55F9-52AC-C353-2EA10854F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A13975-9E8E-34C0-591E-481AFC78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2A5FCC-B933-1744-EB6D-6F7A6FD9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704F9F-D0C9-3D8C-1308-4398C763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8D790-A1FB-0FBD-46C1-23B702BA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BC4C42-81DD-D6A3-E8A3-C34E6A8D7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1B2513-FAEE-715D-1E12-4AEDCEE97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7FEFF-235D-7948-E713-3A5029E6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914DE1-BABE-4AAF-A0C1-30C50E82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2F4A3A-7876-C072-4990-30128F60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6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5104E-710B-8FBC-7EE4-788227F5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464028-C75F-1CB4-5B46-F532D6F6B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D5355-8602-839B-DA55-A89FCBA2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B09B9-8038-A8E3-B65D-098F4A91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5A3850-A872-6B01-E347-DC63389E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45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E205FE-44C1-0071-B0A8-61A41CFDA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B3CE97-338B-19F4-16CC-BE581C745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5232B-A6AB-FDF5-222F-236152AD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E7F994-B838-EC7C-BA67-CD317DC6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87F8A-2983-02D3-9B1A-25C10B37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3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B8844D-C7C1-F203-7E71-AE91EC06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B31B4F-7713-7A80-4D1F-EF48368F3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A27033-0556-7ED8-0D10-1D60132E0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48BA0-D025-463C-B958-7DF725773FD1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CA890F-ED7C-E9DC-3050-7BF71122E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3012B-86B4-49A5-1A42-831858511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977A9-C555-436E-BBDE-988CC7ECD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49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36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15D89DE7-BD02-E0B5-D03F-56FC53D4D02D}"/>
              </a:ext>
            </a:extLst>
          </p:cNvPr>
          <p:cNvSpPr/>
          <p:nvPr/>
        </p:nvSpPr>
        <p:spPr>
          <a:xfrm>
            <a:off x="2966720" y="2306320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B180E6-1FE2-210B-67B0-AC469278A4CC}"/>
              </a:ext>
            </a:extLst>
          </p:cNvPr>
          <p:cNvSpPr/>
          <p:nvPr/>
        </p:nvSpPr>
        <p:spPr>
          <a:xfrm>
            <a:off x="1540639" y="1471975"/>
            <a:ext cx="4490720" cy="4391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B3D6157E-AE30-8277-2ABB-33E13F9CAAAD}"/>
              </a:ext>
            </a:extLst>
          </p:cNvPr>
          <p:cNvSpPr/>
          <p:nvPr/>
        </p:nvSpPr>
        <p:spPr>
          <a:xfrm rot="5400000">
            <a:off x="3320288" y="2545080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D9F2926A-7BB7-681B-946D-16ED7DB76DE1}"/>
              </a:ext>
            </a:extLst>
          </p:cNvPr>
          <p:cNvSpPr/>
          <p:nvPr/>
        </p:nvSpPr>
        <p:spPr>
          <a:xfrm rot="8993835">
            <a:off x="2241313" y="2750190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5531033-542A-A8B0-7D60-9DC71595B31C}"/>
              </a:ext>
            </a:extLst>
          </p:cNvPr>
          <p:cNvSpPr/>
          <p:nvPr/>
        </p:nvSpPr>
        <p:spPr>
          <a:xfrm rot="3527064">
            <a:off x="2016759" y="2306320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D267761-5FEC-6546-6085-A6CCF97A9EFC}"/>
              </a:ext>
            </a:extLst>
          </p:cNvPr>
          <p:cNvSpPr/>
          <p:nvPr/>
        </p:nvSpPr>
        <p:spPr>
          <a:xfrm rot="9000000">
            <a:off x="3672946" y="3592538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8446C0B-4536-357A-689F-21F5821D7F8D}"/>
              </a:ext>
            </a:extLst>
          </p:cNvPr>
          <p:cNvSpPr/>
          <p:nvPr/>
        </p:nvSpPr>
        <p:spPr>
          <a:xfrm rot="3527064">
            <a:off x="3413042" y="3131311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A79108-1228-C288-B04B-B5A9C3B4CEDB}"/>
              </a:ext>
            </a:extLst>
          </p:cNvPr>
          <p:cNvSpPr/>
          <p:nvPr/>
        </p:nvSpPr>
        <p:spPr>
          <a:xfrm rot="3527064">
            <a:off x="1531339" y="3140665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93E90AEA-74DE-8CE1-D48D-D3A9589BCCE5}"/>
              </a:ext>
            </a:extLst>
          </p:cNvPr>
          <p:cNvSpPr/>
          <p:nvPr/>
        </p:nvSpPr>
        <p:spPr>
          <a:xfrm rot="12607077">
            <a:off x="1528446" y="3586344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68895BE5-13C7-C1F3-CE2C-D52F4B936095}"/>
              </a:ext>
            </a:extLst>
          </p:cNvPr>
          <p:cNvSpPr/>
          <p:nvPr/>
        </p:nvSpPr>
        <p:spPr>
          <a:xfrm rot="12587992">
            <a:off x="2961007" y="4435347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8FA87D7-6CB8-990A-1D13-0F52E10E7EAB}"/>
              </a:ext>
            </a:extLst>
          </p:cNvPr>
          <p:cNvSpPr/>
          <p:nvPr/>
        </p:nvSpPr>
        <p:spPr>
          <a:xfrm rot="3527064">
            <a:off x="2966719" y="3965656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AFDAF81-7E4A-33E0-2C7C-5577C7B47C5C}"/>
              </a:ext>
            </a:extLst>
          </p:cNvPr>
          <p:cNvSpPr/>
          <p:nvPr/>
        </p:nvSpPr>
        <p:spPr>
          <a:xfrm rot="16200000">
            <a:off x="1892351" y="4197622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9B69C48-D64B-2B37-8A27-17070B1F3B50}"/>
              </a:ext>
            </a:extLst>
          </p:cNvPr>
          <p:cNvSpPr/>
          <p:nvPr/>
        </p:nvSpPr>
        <p:spPr>
          <a:xfrm rot="3527064">
            <a:off x="2030668" y="3972771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F61D9DF7-34A9-1885-AA88-ED00BE446856}"/>
              </a:ext>
            </a:extLst>
          </p:cNvPr>
          <p:cNvSpPr/>
          <p:nvPr/>
        </p:nvSpPr>
        <p:spPr>
          <a:xfrm rot="16200000">
            <a:off x="3334862" y="1729778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CB78892-F38E-0FC4-C0C8-546FAC083ECF}"/>
              </a:ext>
            </a:extLst>
          </p:cNvPr>
          <p:cNvSpPr/>
          <p:nvPr/>
        </p:nvSpPr>
        <p:spPr>
          <a:xfrm rot="3527064">
            <a:off x="3433311" y="1504624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BB8873FC-EB46-49E1-AB5D-A69512D4A173}"/>
              </a:ext>
            </a:extLst>
          </p:cNvPr>
          <p:cNvSpPr/>
          <p:nvPr/>
        </p:nvSpPr>
        <p:spPr>
          <a:xfrm>
            <a:off x="4866857" y="3151746"/>
            <a:ext cx="1164503" cy="806320"/>
          </a:xfrm>
          <a:custGeom>
            <a:avLst/>
            <a:gdLst>
              <a:gd name="connsiteX0" fmla="*/ 433911 w 1164503"/>
              <a:gd name="connsiteY0" fmla="*/ 1056 h 806320"/>
              <a:gd name="connsiteX1" fmla="*/ 1109065 w 1164503"/>
              <a:gd name="connsiteY1" fmla="*/ 238317 h 806320"/>
              <a:gd name="connsiteX2" fmla="*/ 1164503 w 1164503"/>
              <a:gd name="connsiteY2" fmla="*/ 292538 h 806320"/>
              <a:gd name="connsiteX3" fmla="*/ 1164503 w 1164503"/>
              <a:gd name="connsiteY3" fmla="*/ 806320 h 806320"/>
              <a:gd name="connsiteX4" fmla="*/ 0 w 1164503"/>
              <a:gd name="connsiteY4" fmla="*/ 130794 h 806320"/>
              <a:gd name="connsiteX5" fmla="*/ 72847 w 1164503"/>
              <a:gd name="connsiteY5" fmla="*/ 91529 h 806320"/>
              <a:gd name="connsiteX6" fmla="*/ 433911 w 1164503"/>
              <a:gd name="connsiteY6" fmla="*/ 1056 h 80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4503" h="806320">
                <a:moveTo>
                  <a:pt x="433911" y="1056"/>
                </a:moveTo>
                <a:cubicBezTo>
                  <a:pt x="678729" y="-10503"/>
                  <a:pt x="922436" y="73160"/>
                  <a:pt x="1109065" y="238317"/>
                </a:cubicBezTo>
                <a:lnTo>
                  <a:pt x="1164503" y="292538"/>
                </a:lnTo>
                <a:lnTo>
                  <a:pt x="1164503" y="806320"/>
                </a:lnTo>
                <a:lnTo>
                  <a:pt x="0" y="130794"/>
                </a:lnTo>
                <a:lnTo>
                  <a:pt x="72847" y="91529"/>
                </a:lnTo>
                <a:cubicBezTo>
                  <a:pt x="188816" y="36421"/>
                  <a:pt x="311503" y="6836"/>
                  <a:pt x="433911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DC0993D8-8B56-D20B-3782-912FE3C7A667}"/>
              </a:ext>
            </a:extLst>
          </p:cNvPr>
          <p:cNvSpPr/>
          <p:nvPr/>
        </p:nvSpPr>
        <p:spPr>
          <a:xfrm>
            <a:off x="4861814" y="3279616"/>
            <a:ext cx="5042" cy="5643"/>
          </a:xfrm>
          <a:custGeom>
            <a:avLst/>
            <a:gdLst>
              <a:gd name="connsiteX0" fmla="*/ 0 w 5042"/>
              <a:gd name="connsiteY0" fmla="*/ 0 h 5643"/>
              <a:gd name="connsiteX1" fmla="*/ 5042 w 5042"/>
              <a:gd name="connsiteY1" fmla="*/ 2925 h 5643"/>
              <a:gd name="connsiteX2" fmla="*/ 0 w 5042"/>
              <a:gd name="connsiteY2" fmla="*/ 5643 h 5643"/>
              <a:gd name="connsiteX3" fmla="*/ 0 w 5042"/>
              <a:gd name="connsiteY3" fmla="*/ 0 h 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" h="5643">
                <a:moveTo>
                  <a:pt x="0" y="0"/>
                </a:moveTo>
                <a:lnTo>
                  <a:pt x="5042" y="2925"/>
                </a:lnTo>
                <a:lnTo>
                  <a:pt x="0" y="5643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DC4DE48-4146-6798-28D1-091BAC86B73E}"/>
              </a:ext>
            </a:extLst>
          </p:cNvPr>
          <p:cNvSpPr/>
          <p:nvPr/>
        </p:nvSpPr>
        <p:spPr>
          <a:xfrm>
            <a:off x="4396322" y="3285259"/>
            <a:ext cx="465493" cy="1633471"/>
          </a:xfrm>
          <a:custGeom>
            <a:avLst/>
            <a:gdLst>
              <a:gd name="connsiteX0" fmla="*/ 465493 w 465493"/>
              <a:gd name="connsiteY0" fmla="*/ 0 h 1633471"/>
              <a:gd name="connsiteX1" fmla="*/ 465373 w 465493"/>
              <a:gd name="connsiteY1" fmla="*/ 1633471 h 1633471"/>
              <a:gd name="connsiteX2" fmla="*/ 393152 w 465493"/>
              <a:gd name="connsiteY2" fmla="*/ 1586458 h 1633471"/>
              <a:gd name="connsiteX3" fmla="*/ 137672 w 465493"/>
              <a:gd name="connsiteY3" fmla="*/ 1308914 h 1633471"/>
              <a:gd name="connsiteX4" fmla="*/ 457774 w 465493"/>
              <a:gd name="connsiteY4" fmla="*/ 4160 h 1633471"/>
              <a:gd name="connsiteX5" fmla="*/ 465493 w 465493"/>
              <a:gd name="connsiteY5" fmla="*/ 0 h 1633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493" h="1633471">
                <a:moveTo>
                  <a:pt x="465493" y="0"/>
                </a:moveTo>
                <a:lnTo>
                  <a:pt x="465373" y="1633471"/>
                </a:lnTo>
                <a:lnTo>
                  <a:pt x="393152" y="1586458"/>
                </a:lnTo>
                <a:cubicBezTo>
                  <a:pt x="293140" y="1514174"/>
                  <a:pt x="205648" y="1421087"/>
                  <a:pt x="137672" y="1308914"/>
                </a:cubicBezTo>
                <a:cubicBezTo>
                  <a:pt x="-134232" y="860223"/>
                  <a:pt x="9083" y="276064"/>
                  <a:pt x="457774" y="4160"/>
                </a:cubicBezTo>
                <a:lnTo>
                  <a:pt x="465493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CE867ECA-67B2-F4EF-98E4-5D1C29780C19}"/>
              </a:ext>
            </a:extLst>
          </p:cNvPr>
          <p:cNvSpPr/>
          <p:nvPr/>
        </p:nvSpPr>
        <p:spPr>
          <a:xfrm>
            <a:off x="4865963" y="4254935"/>
            <a:ext cx="1165397" cy="797011"/>
          </a:xfrm>
          <a:custGeom>
            <a:avLst/>
            <a:gdLst>
              <a:gd name="connsiteX0" fmla="*/ 1165397 w 1165397"/>
              <a:gd name="connsiteY0" fmla="*/ 0 h 797011"/>
              <a:gd name="connsiteX1" fmla="*/ 1165397 w 1165397"/>
              <a:gd name="connsiteY1" fmla="*/ 503860 h 797011"/>
              <a:gd name="connsiteX2" fmla="*/ 1126515 w 1165397"/>
              <a:gd name="connsiteY2" fmla="*/ 543614 h 797011"/>
              <a:gd name="connsiteX3" fmla="*/ 972785 w 1165397"/>
              <a:gd name="connsiteY3" fmla="*/ 659340 h 797011"/>
              <a:gd name="connsiteX4" fmla="*/ 759 w 1165397"/>
              <a:gd name="connsiteY4" fmla="*/ 667068 h 797011"/>
              <a:gd name="connsiteX5" fmla="*/ 0 w 1165397"/>
              <a:gd name="connsiteY5" fmla="*/ 666574 h 797011"/>
              <a:gd name="connsiteX6" fmla="*/ 1165397 w 1165397"/>
              <a:gd name="connsiteY6" fmla="*/ 0 h 79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5397" h="797011">
                <a:moveTo>
                  <a:pt x="1165397" y="0"/>
                </a:moveTo>
                <a:lnTo>
                  <a:pt x="1165397" y="503860"/>
                </a:lnTo>
                <a:lnTo>
                  <a:pt x="1126515" y="543614"/>
                </a:lnTo>
                <a:cubicBezTo>
                  <a:pt x="1080187" y="586485"/>
                  <a:pt x="1028872" y="625352"/>
                  <a:pt x="972785" y="659340"/>
                </a:cubicBezTo>
                <a:cubicBezTo>
                  <a:pt x="664310" y="846274"/>
                  <a:pt x="291805" y="836953"/>
                  <a:pt x="759" y="667068"/>
                </a:cubicBezTo>
                <a:lnTo>
                  <a:pt x="0" y="666574"/>
                </a:lnTo>
                <a:lnTo>
                  <a:pt x="116539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6B4F99D5-5C73-B1F5-1349-D6747262B697}"/>
              </a:ext>
            </a:extLst>
          </p:cNvPr>
          <p:cNvSpPr/>
          <p:nvPr/>
        </p:nvSpPr>
        <p:spPr>
          <a:xfrm>
            <a:off x="4861694" y="4918729"/>
            <a:ext cx="4269" cy="5220"/>
          </a:xfrm>
          <a:custGeom>
            <a:avLst/>
            <a:gdLst>
              <a:gd name="connsiteX0" fmla="*/ 1 w 4269"/>
              <a:gd name="connsiteY0" fmla="*/ 0 h 5220"/>
              <a:gd name="connsiteX1" fmla="*/ 4269 w 4269"/>
              <a:gd name="connsiteY1" fmla="*/ 2779 h 5220"/>
              <a:gd name="connsiteX2" fmla="*/ 0 w 4269"/>
              <a:gd name="connsiteY2" fmla="*/ 5220 h 5220"/>
              <a:gd name="connsiteX3" fmla="*/ 1 w 4269"/>
              <a:gd name="connsiteY3" fmla="*/ 0 h 5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9" h="5220">
                <a:moveTo>
                  <a:pt x="1" y="0"/>
                </a:moveTo>
                <a:lnTo>
                  <a:pt x="4269" y="2779"/>
                </a:lnTo>
                <a:lnTo>
                  <a:pt x="0" y="5220"/>
                </a:lnTo>
                <a:lnTo>
                  <a:pt x="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85A983F3-8354-11C8-626B-777BAEB27E2B}"/>
              </a:ext>
            </a:extLst>
          </p:cNvPr>
          <p:cNvSpPr/>
          <p:nvPr/>
        </p:nvSpPr>
        <p:spPr>
          <a:xfrm>
            <a:off x="4861695" y="3282540"/>
            <a:ext cx="1169665" cy="1638968"/>
          </a:xfrm>
          <a:custGeom>
            <a:avLst/>
            <a:gdLst>
              <a:gd name="connsiteX0" fmla="*/ 5162 w 1169665"/>
              <a:gd name="connsiteY0" fmla="*/ 0 h 1638968"/>
              <a:gd name="connsiteX1" fmla="*/ 1169665 w 1169665"/>
              <a:gd name="connsiteY1" fmla="*/ 675526 h 1638968"/>
              <a:gd name="connsiteX2" fmla="*/ 1169665 w 1169665"/>
              <a:gd name="connsiteY2" fmla="*/ 972394 h 1638968"/>
              <a:gd name="connsiteX3" fmla="*/ 4268 w 1169665"/>
              <a:gd name="connsiteY3" fmla="*/ 1638968 h 1638968"/>
              <a:gd name="connsiteX4" fmla="*/ 0 w 1169665"/>
              <a:gd name="connsiteY4" fmla="*/ 1636189 h 1638968"/>
              <a:gd name="connsiteX5" fmla="*/ 120 w 1169665"/>
              <a:gd name="connsiteY5" fmla="*/ 2718 h 1638968"/>
              <a:gd name="connsiteX6" fmla="*/ 5162 w 1169665"/>
              <a:gd name="connsiteY6" fmla="*/ 0 h 1638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9665" h="1638968">
                <a:moveTo>
                  <a:pt x="5162" y="0"/>
                </a:moveTo>
                <a:lnTo>
                  <a:pt x="1169665" y="675526"/>
                </a:lnTo>
                <a:lnTo>
                  <a:pt x="1169665" y="972394"/>
                </a:lnTo>
                <a:lnTo>
                  <a:pt x="4268" y="1638968"/>
                </a:lnTo>
                <a:lnTo>
                  <a:pt x="0" y="1636189"/>
                </a:lnTo>
                <a:lnTo>
                  <a:pt x="120" y="2718"/>
                </a:lnTo>
                <a:lnTo>
                  <a:pt x="516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85CBCC0-B945-5B4E-0B98-1202FF440AC9}"/>
              </a:ext>
            </a:extLst>
          </p:cNvPr>
          <p:cNvSpPr/>
          <p:nvPr/>
        </p:nvSpPr>
        <p:spPr>
          <a:xfrm rot="12607077">
            <a:off x="4917005" y="1506643"/>
            <a:ext cx="1324727" cy="482080"/>
          </a:xfrm>
          <a:custGeom>
            <a:avLst/>
            <a:gdLst>
              <a:gd name="connsiteX0" fmla="*/ 1014497 w 1324727"/>
              <a:gd name="connsiteY0" fmla="*/ 329951 h 482080"/>
              <a:gd name="connsiteX1" fmla="*/ 311439 w 1324727"/>
              <a:gd name="connsiteY1" fmla="*/ 463502 h 482080"/>
              <a:gd name="connsiteX2" fmla="*/ 261525 w 1324727"/>
              <a:gd name="connsiteY2" fmla="*/ 450829 h 482080"/>
              <a:gd name="connsiteX3" fmla="*/ 0 w 1324727"/>
              <a:gd name="connsiteY3" fmla="*/ 0 h 482080"/>
              <a:gd name="connsiteX4" fmla="*/ 1324727 w 1324727"/>
              <a:gd name="connsiteY4" fmla="*/ 0 h 482080"/>
              <a:gd name="connsiteX5" fmla="*/ 1281417 w 1324727"/>
              <a:gd name="connsiteY5" fmla="*/ 70517 h 482080"/>
              <a:gd name="connsiteX6" fmla="*/ 1014497 w 1324727"/>
              <a:gd name="connsiteY6" fmla="*/ 329951 h 48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4727" h="482080">
                <a:moveTo>
                  <a:pt x="1014497" y="329951"/>
                </a:moveTo>
                <a:cubicBezTo>
                  <a:pt x="808531" y="462795"/>
                  <a:pt x="555745" y="512714"/>
                  <a:pt x="311439" y="463502"/>
                </a:cubicBezTo>
                <a:lnTo>
                  <a:pt x="261525" y="450829"/>
                </a:lnTo>
                <a:lnTo>
                  <a:pt x="0" y="0"/>
                </a:lnTo>
                <a:lnTo>
                  <a:pt x="1324727" y="0"/>
                </a:lnTo>
                <a:lnTo>
                  <a:pt x="1281417" y="70517"/>
                </a:lnTo>
                <a:cubicBezTo>
                  <a:pt x="1208757" y="176376"/>
                  <a:pt x="1117479" y="263530"/>
                  <a:pt x="1014497" y="32995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CAC4AF7C-B00C-A40F-462E-BD15918FF3F8}"/>
              </a:ext>
            </a:extLst>
          </p:cNvPr>
          <p:cNvSpPr/>
          <p:nvPr/>
        </p:nvSpPr>
        <p:spPr>
          <a:xfrm rot="12607077">
            <a:off x="4878819" y="1622028"/>
            <a:ext cx="5829" cy="4881"/>
          </a:xfrm>
          <a:custGeom>
            <a:avLst/>
            <a:gdLst>
              <a:gd name="connsiteX0" fmla="*/ 5829 w 5829"/>
              <a:gd name="connsiteY0" fmla="*/ 4881 h 4881"/>
              <a:gd name="connsiteX1" fmla="*/ 0 w 5829"/>
              <a:gd name="connsiteY1" fmla="*/ 4881 h 4881"/>
              <a:gd name="connsiteX2" fmla="*/ 2998 w 5829"/>
              <a:gd name="connsiteY2" fmla="*/ 0 h 4881"/>
              <a:gd name="connsiteX3" fmla="*/ 5829 w 5829"/>
              <a:gd name="connsiteY3" fmla="*/ 4881 h 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9" h="4881">
                <a:moveTo>
                  <a:pt x="5829" y="4881"/>
                </a:moveTo>
                <a:lnTo>
                  <a:pt x="0" y="4881"/>
                </a:lnTo>
                <a:lnTo>
                  <a:pt x="2998" y="0"/>
                </a:lnTo>
                <a:lnTo>
                  <a:pt x="5829" y="488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3EFFE8B-0364-D10B-DB77-E5FEE1569380}"/>
              </a:ext>
            </a:extLst>
          </p:cNvPr>
          <p:cNvSpPr/>
          <p:nvPr/>
        </p:nvSpPr>
        <p:spPr>
          <a:xfrm rot="12607077">
            <a:off x="4357579" y="1706361"/>
            <a:ext cx="940749" cy="1413004"/>
          </a:xfrm>
          <a:custGeom>
            <a:avLst/>
            <a:gdLst>
              <a:gd name="connsiteX0" fmla="*/ 819542 w 940749"/>
              <a:gd name="connsiteY0" fmla="*/ 1413004 h 1413004"/>
              <a:gd name="connsiteX1" fmla="*/ 0 w 940749"/>
              <a:gd name="connsiteY1" fmla="*/ 0 h 1413004"/>
              <a:gd name="connsiteX2" fmla="*/ 86060 w 940749"/>
              <a:gd name="connsiteY2" fmla="*/ 4428 h 1413004"/>
              <a:gd name="connsiteX3" fmla="*/ 446316 w 940749"/>
              <a:gd name="connsiteY3" fmla="*/ 116306 h 1413004"/>
              <a:gd name="connsiteX4" fmla="*/ 824131 w 940749"/>
              <a:gd name="connsiteY4" fmla="*/ 1405532 h 1413004"/>
              <a:gd name="connsiteX5" fmla="*/ 819542 w 940749"/>
              <a:gd name="connsiteY5" fmla="*/ 1413004 h 14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0749" h="1413004">
                <a:moveTo>
                  <a:pt x="819542" y="1413004"/>
                </a:moveTo>
                <a:lnTo>
                  <a:pt x="0" y="0"/>
                </a:lnTo>
                <a:lnTo>
                  <a:pt x="86060" y="4428"/>
                </a:lnTo>
                <a:cubicBezTo>
                  <a:pt x="208841" y="16769"/>
                  <a:pt x="331230" y="53387"/>
                  <a:pt x="446316" y="116306"/>
                </a:cubicBezTo>
                <a:cubicBezTo>
                  <a:pt x="906656" y="367985"/>
                  <a:pt x="1075810" y="945192"/>
                  <a:pt x="824131" y="1405532"/>
                </a:cubicBezTo>
                <a:lnTo>
                  <a:pt x="819542" y="1413004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305F109B-41B3-34CC-225A-4482F851C476}"/>
              </a:ext>
            </a:extLst>
          </p:cNvPr>
          <p:cNvSpPr/>
          <p:nvPr/>
        </p:nvSpPr>
        <p:spPr>
          <a:xfrm rot="12607077">
            <a:off x="5109196" y="2427911"/>
            <a:ext cx="919861" cy="1142851"/>
          </a:xfrm>
          <a:custGeom>
            <a:avLst/>
            <a:gdLst>
              <a:gd name="connsiteX0" fmla="*/ 257036 w 919861"/>
              <a:gd name="connsiteY0" fmla="*/ 1142851 h 1142851"/>
              <a:gd name="connsiteX1" fmla="*/ 0 w 919861"/>
              <a:gd name="connsiteY1" fmla="*/ 699759 h 1142851"/>
              <a:gd name="connsiteX2" fmla="*/ 7130 w 919861"/>
              <a:gd name="connsiteY2" fmla="*/ 671675 h 1142851"/>
              <a:gd name="connsiteX3" fmla="*/ 82036 w 919861"/>
              <a:gd name="connsiteY3" fmla="*/ 494434 h 1142851"/>
              <a:gd name="connsiteX4" fmla="*/ 918956 w 919861"/>
              <a:gd name="connsiteY4" fmla="*/ 4 h 1142851"/>
              <a:gd name="connsiteX5" fmla="*/ 919861 w 919861"/>
              <a:gd name="connsiteY5" fmla="*/ 51 h 1142851"/>
              <a:gd name="connsiteX6" fmla="*/ 257036 w 919861"/>
              <a:gd name="connsiteY6" fmla="*/ 1142851 h 1142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861" h="1142851">
                <a:moveTo>
                  <a:pt x="257036" y="1142851"/>
                </a:moveTo>
                <a:lnTo>
                  <a:pt x="0" y="699759"/>
                </a:lnTo>
                <a:lnTo>
                  <a:pt x="7130" y="671675"/>
                </a:lnTo>
                <a:cubicBezTo>
                  <a:pt x="25692" y="611345"/>
                  <a:pt x="50576" y="551976"/>
                  <a:pt x="82036" y="494434"/>
                </a:cubicBezTo>
                <a:cubicBezTo>
                  <a:pt x="255065" y="177950"/>
                  <a:pt x="581958" y="-903"/>
                  <a:pt x="918956" y="4"/>
                </a:cubicBezTo>
                <a:lnTo>
                  <a:pt x="919861" y="51"/>
                </a:lnTo>
                <a:lnTo>
                  <a:pt x="257036" y="114285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CC7BAA24-4C7C-67CB-0B37-0887BA649AF7}"/>
              </a:ext>
            </a:extLst>
          </p:cNvPr>
          <p:cNvSpPr/>
          <p:nvPr/>
        </p:nvSpPr>
        <p:spPr>
          <a:xfrm rot="12607077">
            <a:off x="4878840" y="3260981"/>
            <a:ext cx="5086" cy="4515"/>
          </a:xfrm>
          <a:custGeom>
            <a:avLst/>
            <a:gdLst>
              <a:gd name="connsiteX0" fmla="*/ 5086 w 5086"/>
              <a:gd name="connsiteY0" fmla="*/ 4515 h 4515"/>
              <a:gd name="connsiteX1" fmla="*/ 0 w 5086"/>
              <a:gd name="connsiteY1" fmla="*/ 4254 h 4515"/>
              <a:gd name="connsiteX2" fmla="*/ 2467 w 5086"/>
              <a:gd name="connsiteY2" fmla="*/ 0 h 4515"/>
              <a:gd name="connsiteX3" fmla="*/ 5086 w 5086"/>
              <a:gd name="connsiteY3" fmla="*/ 4515 h 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" h="4515">
                <a:moveTo>
                  <a:pt x="5086" y="4515"/>
                </a:moveTo>
                <a:lnTo>
                  <a:pt x="0" y="4254"/>
                </a:lnTo>
                <a:lnTo>
                  <a:pt x="2467" y="0"/>
                </a:lnTo>
                <a:lnTo>
                  <a:pt x="5086" y="4515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D75D6D94-A1F9-CE99-BF9D-C068FD10DB83}"/>
              </a:ext>
            </a:extLst>
          </p:cNvPr>
          <p:cNvSpPr/>
          <p:nvPr/>
        </p:nvSpPr>
        <p:spPr>
          <a:xfrm rot="12607077">
            <a:off x="4426677" y="1899775"/>
            <a:ext cx="1487453" cy="1418146"/>
          </a:xfrm>
          <a:custGeom>
            <a:avLst/>
            <a:gdLst>
              <a:gd name="connsiteX0" fmla="*/ 1484455 w 1487453"/>
              <a:gd name="connsiteY0" fmla="*/ 1418146 h 1418146"/>
              <a:gd name="connsiteX1" fmla="*/ 159728 w 1487453"/>
              <a:gd name="connsiteY1" fmla="*/ 1418146 h 1418146"/>
              <a:gd name="connsiteX2" fmla="*/ 0 w 1487453"/>
              <a:gd name="connsiteY2" fmla="*/ 1142800 h 1418146"/>
              <a:gd name="connsiteX3" fmla="*/ 662825 w 1487453"/>
              <a:gd name="connsiteY3" fmla="*/ 0 h 1418146"/>
              <a:gd name="connsiteX4" fmla="*/ 667911 w 1487453"/>
              <a:gd name="connsiteY4" fmla="*/ 261 h 1418146"/>
              <a:gd name="connsiteX5" fmla="*/ 1487453 w 1487453"/>
              <a:gd name="connsiteY5" fmla="*/ 1413265 h 1418146"/>
              <a:gd name="connsiteX6" fmla="*/ 1484455 w 1487453"/>
              <a:gd name="connsiteY6" fmla="*/ 1418146 h 141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7453" h="1418146">
                <a:moveTo>
                  <a:pt x="1484455" y="1418146"/>
                </a:moveTo>
                <a:lnTo>
                  <a:pt x="159728" y="1418146"/>
                </a:lnTo>
                <a:lnTo>
                  <a:pt x="0" y="1142800"/>
                </a:lnTo>
                <a:lnTo>
                  <a:pt x="662825" y="0"/>
                </a:lnTo>
                <a:lnTo>
                  <a:pt x="667911" y="261"/>
                </a:lnTo>
                <a:lnTo>
                  <a:pt x="1487453" y="1413265"/>
                </a:lnTo>
                <a:lnTo>
                  <a:pt x="1484455" y="1418146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F56E15DE-49FD-2CE7-A6A5-F0FD59C58643}"/>
              </a:ext>
            </a:extLst>
          </p:cNvPr>
          <p:cNvSpPr/>
          <p:nvPr/>
        </p:nvSpPr>
        <p:spPr>
          <a:xfrm>
            <a:off x="3474178" y="4815886"/>
            <a:ext cx="1394882" cy="921387"/>
          </a:xfrm>
          <a:custGeom>
            <a:avLst/>
            <a:gdLst>
              <a:gd name="connsiteX0" fmla="*/ 903307 w 1394882"/>
              <a:gd name="connsiteY0" fmla="*/ 1056 h 921387"/>
              <a:gd name="connsiteX1" fmla="*/ 1347375 w 1394882"/>
              <a:gd name="connsiteY1" fmla="*/ 87620 h 921387"/>
              <a:gd name="connsiteX2" fmla="*/ 1394882 w 1394882"/>
              <a:gd name="connsiteY2" fmla="*/ 112356 h 921387"/>
              <a:gd name="connsiteX3" fmla="*/ 0 w 1394882"/>
              <a:gd name="connsiteY3" fmla="*/ 921387 h 921387"/>
              <a:gd name="connsiteX4" fmla="*/ 19 w 1394882"/>
              <a:gd name="connsiteY4" fmla="*/ 904108 h 921387"/>
              <a:gd name="connsiteX5" fmla="*/ 456635 w 1394882"/>
              <a:gd name="connsiteY5" fmla="*/ 137672 h 921387"/>
              <a:gd name="connsiteX6" fmla="*/ 903307 w 1394882"/>
              <a:gd name="connsiteY6" fmla="*/ 1056 h 92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4882" h="921387">
                <a:moveTo>
                  <a:pt x="903307" y="1056"/>
                </a:moveTo>
                <a:cubicBezTo>
                  <a:pt x="1056319" y="-6168"/>
                  <a:pt x="1208896" y="23804"/>
                  <a:pt x="1347375" y="87620"/>
                </a:cubicBezTo>
                <a:lnTo>
                  <a:pt x="1394882" y="112356"/>
                </a:lnTo>
                <a:lnTo>
                  <a:pt x="0" y="921387"/>
                </a:lnTo>
                <a:lnTo>
                  <a:pt x="19" y="904108"/>
                </a:lnTo>
                <a:cubicBezTo>
                  <a:pt x="15059" y="599527"/>
                  <a:pt x="176203" y="307612"/>
                  <a:pt x="456635" y="137672"/>
                </a:cubicBezTo>
                <a:cubicBezTo>
                  <a:pt x="596851" y="52702"/>
                  <a:pt x="750296" y="8281"/>
                  <a:pt x="903307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843DE447-96C7-F2C1-1896-BA0757A3E0A9}"/>
              </a:ext>
            </a:extLst>
          </p:cNvPr>
          <p:cNvSpPr/>
          <p:nvPr/>
        </p:nvSpPr>
        <p:spPr>
          <a:xfrm>
            <a:off x="4869060" y="4927085"/>
            <a:ext cx="1994" cy="2195"/>
          </a:xfrm>
          <a:custGeom>
            <a:avLst/>
            <a:gdLst>
              <a:gd name="connsiteX0" fmla="*/ 1994 w 1994"/>
              <a:gd name="connsiteY0" fmla="*/ 0 h 2195"/>
              <a:gd name="connsiteX1" fmla="*/ 1994 w 1994"/>
              <a:gd name="connsiteY1" fmla="*/ 2195 h 2195"/>
              <a:gd name="connsiteX2" fmla="*/ 0 w 1994"/>
              <a:gd name="connsiteY2" fmla="*/ 1157 h 2195"/>
              <a:gd name="connsiteX3" fmla="*/ 1994 w 1994"/>
              <a:gd name="connsiteY3" fmla="*/ 0 h 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" h="2195">
                <a:moveTo>
                  <a:pt x="1994" y="0"/>
                </a:moveTo>
                <a:lnTo>
                  <a:pt x="1994" y="2195"/>
                </a:lnTo>
                <a:lnTo>
                  <a:pt x="0" y="1157"/>
                </a:lnTo>
                <a:lnTo>
                  <a:pt x="199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738713A-ABA2-4784-B18E-BE5A2AC47BBF}"/>
              </a:ext>
            </a:extLst>
          </p:cNvPr>
          <p:cNvSpPr/>
          <p:nvPr/>
        </p:nvSpPr>
        <p:spPr>
          <a:xfrm>
            <a:off x="4871054" y="4929279"/>
            <a:ext cx="502184" cy="934058"/>
          </a:xfrm>
          <a:custGeom>
            <a:avLst/>
            <a:gdLst>
              <a:gd name="connsiteX0" fmla="*/ 0 w 502184"/>
              <a:gd name="connsiteY0" fmla="*/ 0 h 934058"/>
              <a:gd name="connsiteX1" fmla="*/ 31785 w 502184"/>
              <a:gd name="connsiteY1" fmla="*/ 16550 h 934058"/>
              <a:gd name="connsiteX2" fmla="*/ 364513 w 502184"/>
              <a:gd name="connsiteY2" fmla="*/ 344380 h 934058"/>
              <a:gd name="connsiteX3" fmla="*/ 501027 w 502184"/>
              <a:gd name="connsiteY3" fmla="*/ 882698 h 934058"/>
              <a:gd name="connsiteX4" fmla="*/ 496016 w 502184"/>
              <a:gd name="connsiteY4" fmla="*/ 934058 h 934058"/>
              <a:gd name="connsiteX5" fmla="*/ 0 w 502184"/>
              <a:gd name="connsiteY5" fmla="*/ 934058 h 934058"/>
              <a:gd name="connsiteX6" fmla="*/ 0 w 502184"/>
              <a:gd name="connsiteY6" fmla="*/ 0 h 93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184" h="934058">
                <a:moveTo>
                  <a:pt x="0" y="0"/>
                </a:moveTo>
                <a:lnTo>
                  <a:pt x="31785" y="16550"/>
                </a:lnTo>
                <a:cubicBezTo>
                  <a:pt x="164080" y="93770"/>
                  <a:pt x="279543" y="204164"/>
                  <a:pt x="364513" y="344380"/>
                </a:cubicBezTo>
                <a:cubicBezTo>
                  <a:pt x="466477" y="512639"/>
                  <a:pt x="510051" y="699949"/>
                  <a:pt x="501027" y="882698"/>
                </a:cubicBezTo>
                <a:lnTo>
                  <a:pt x="496016" y="934058"/>
                </a:lnTo>
                <a:lnTo>
                  <a:pt x="0" y="934058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05117072-79CA-76DE-D4F8-33AAFB4173EF}"/>
              </a:ext>
            </a:extLst>
          </p:cNvPr>
          <p:cNvSpPr/>
          <p:nvPr/>
        </p:nvSpPr>
        <p:spPr>
          <a:xfrm>
            <a:off x="3448654" y="5737273"/>
            <a:ext cx="25524" cy="29589"/>
          </a:xfrm>
          <a:custGeom>
            <a:avLst/>
            <a:gdLst>
              <a:gd name="connsiteX0" fmla="*/ 25524 w 25524"/>
              <a:gd name="connsiteY0" fmla="*/ 0 h 29589"/>
              <a:gd name="connsiteX1" fmla="*/ 25491 w 25524"/>
              <a:gd name="connsiteY1" fmla="*/ 29589 h 29589"/>
              <a:gd name="connsiteX2" fmla="*/ 0 w 25524"/>
              <a:gd name="connsiteY2" fmla="*/ 14804 h 29589"/>
              <a:gd name="connsiteX3" fmla="*/ 25524 w 25524"/>
              <a:gd name="connsiteY3" fmla="*/ 0 h 29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24" h="29589">
                <a:moveTo>
                  <a:pt x="25524" y="0"/>
                </a:moveTo>
                <a:lnTo>
                  <a:pt x="25491" y="29589"/>
                </a:lnTo>
                <a:lnTo>
                  <a:pt x="0" y="14804"/>
                </a:lnTo>
                <a:lnTo>
                  <a:pt x="2552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0456CA0A-5AC4-73BB-4A7C-C698724877CA}"/>
              </a:ext>
            </a:extLst>
          </p:cNvPr>
          <p:cNvSpPr/>
          <p:nvPr/>
        </p:nvSpPr>
        <p:spPr>
          <a:xfrm>
            <a:off x="3474095" y="5766861"/>
            <a:ext cx="166388" cy="96476"/>
          </a:xfrm>
          <a:custGeom>
            <a:avLst/>
            <a:gdLst>
              <a:gd name="connsiteX0" fmla="*/ 50 w 166388"/>
              <a:gd name="connsiteY0" fmla="*/ 0 h 96476"/>
              <a:gd name="connsiteX1" fmla="*/ 166388 w 166388"/>
              <a:gd name="connsiteY1" fmla="*/ 96476 h 96476"/>
              <a:gd name="connsiteX2" fmla="*/ 4973 w 166388"/>
              <a:gd name="connsiteY2" fmla="*/ 96476 h 96476"/>
              <a:gd name="connsiteX3" fmla="*/ 0 w 166388"/>
              <a:gd name="connsiteY3" fmla="*/ 44778 h 96476"/>
              <a:gd name="connsiteX4" fmla="*/ 50 w 166388"/>
              <a:gd name="connsiteY4" fmla="*/ 0 h 9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88" h="96476">
                <a:moveTo>
                  <a:pt x="50" y="0"/>
                </a:moveTo>
                <a:lnTo>
                  <a:pt x="166388" y="96476"/>
                </a:lnTo>
                <a:lnTo>
                  <a:pt x="4973" y="96476"/>
                </a:lnTo>
                <a:lnTo>
                  <a:pt x="0" y="44778"/>
                </a:lnTo>
                <a:lnTo>
                  <a:pt x="5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6763944D-8D1C-7648-BC37-080B99B6FF38}"/>
              </a:ext>
            </a:extLst>
          </p:cNvPr>
          <p:cNvSpPr/>
          <p:nvPr/>
        </p:nvSpPr>
        <p:spPr>
          <a:xfrm>
            <a:off x="3474146" y="4928241"/>
            <a:ext cx="1396909" cy="935096"/>
          </a:xfrm>
          <a:custGeom>
            <a:avLst/>
            <a:gdLst>
              <a:gd name="connsiteX0" fmla="*/ 1394915 w 1396909"/>
              <a:gd name="connsiteY0" fmla="*/ 0 h 935096"/>
              <a:gd name="connsiteX1" fmla="*/ 1396909 w 1396909"/>
              <a:gd name="connsiteY1" fmla="*/ 1038 h 935096"/>
              <a:gd name="connsiteX2" fmla="*/ 1396909 w 1396909"/>
              <a:gd name="connsiteY2" fmla="*/ 935096 h 935096"/>
              <a:gd name="connsiteX3" fmla="*/ 166338 w 1396909"/>
              <a:gd name="connsiteY3" fmla="*/ 935096 h 935096"/>
              <a:gd name="connsiteX4" fmla="*/ 0 w 1396909"/>
              <a:gd name="connsiteY4" fmla="*/ 838620 h 935096"/>
              <a:gd name="connsiteX5" fmla="*/ 33 w 1396909"/>
              <a:gd name="connsiteY5" fmla="*/ 809031 h 935096"/>
              <a:gd name="connsiteX6" fmla="*/ 1394915 w 1396909"/>
              <a:gd name="connsiteY6" fmla="*/ 0 h 935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09" h="935096">
                <a:moveTo>
                  <a:pt x="1394915" y="0"/>
                </a:moveTo>
                <a:lnTo>
                  <a:pt x="1396909" y="1038"/>
                </a:lnTo>
                <a:lnTo>
                  <a:pt x="1396909" y="935096"/>
                </a:lnTo>
                <a:lnTo>
                  <a:pt x="166338" y="935096"/>
                </a:lnTo>
                <a:lnTo>
                  <a:pt x="0" y="838620"/>
                </a:lnTo>
                <a:lnTo>
                  <a:pt x="33" y="809031"/>
                </a:lnTo>
                <a:lnTo>
                  <a:pt x="139491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43939CE4-5AD9-E26D-0596-F90DD6C6AE3B}"/>
              </a:ext>
            </a:extLst>
          </p:cNvPr>
          <p:cNvSpPr/>
          <p:nvPr/>
        </p:nvSpPr>
        <p:spPr>
          <a:xfrm rot="12587992">
            <a:off x="1518089" y="1936194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689FD227-D0EA-811E-4958-A9BC2D4D668D}"/>
              </a:ext>
            </a:extLst>
          </p:cNvPr>
          <p:cNvSpPr/>
          <p:nvPr/>
        </p:nvSpPr>
        <p:spPr>
          <a:xfrm rot="3527064">
            <a:off x="1523801" y="1466503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E4396A4-2B4D-9083-3267-FEBA26C347AB}"/>
              </a:ext>
            </a:extLst>
          </p:cNvPr>
          <p:cNvSpPr/>
          <p:nvPr/>
        </p:nvSpPr>
        <p:spPr>
          <a:xfrm>
            <a:off x="4376061" y="4795677"/>
            <a:ext cx="1655298" cy="1067660"/>
          </a:xfrm>
          <a:custGeom>
            <a:avLst/>
            <a:gdLst>
              <a:gd name="connsiteX0" fmla="*/ 904446 w 1655298"/>
              <a:gd name="connsiteY0" fmla="*/ 1056 h 1067660"/>
              <a:gd name="connsiteX1" fmla="*/ 1646802 w 1655298"/>
              <a:gd name="connsiteY1" fmla="*/ 304044 h 1067660"/>
              <a:gd name="connsiteX2" fmla="*/ 1655298 w 1655298"/>
              <a:gd name="connsiteY2" fmla="*/ 315330 h 1067660"/>
              <a:gd name="connsiteX3" fmla="*/ 1655298 w 1655298"/>
              <a:gd name="connsiteY3" fmla="*/ 801074 h 1067660"/>
              <a:gd name="connsiteX4" fmla="*/ 494085 w 1655298"/>
              <a:gd name="connsiteY4" fmla="*/ 136044 h 1067660"/>
              <a:gd name="connsiteX5" fmla="*/ 499189 w 1655298"/>
              <a:gd name="connsiteY5" fmla="*/ 1067660 h 1067660"/>
              <a:gd name="connsiteX6" fmla="*/ 7973 w 1655298"/>
              <a:gd name="connsiteY6" fmla="*/ 1067660 h 1067660"/>
              <a:gd name="connsiteX7" fmla="*/ 1056 w 1655298"/>
              <a:gd name="connsiteY7" fmla="*/ 995754 h 1067660"/>
              <a:gd name="connsiteX8" fmla="*/ 457774 w 1655298"/>
              <a:gd name="connsiteY8" fmla="*/ 137672 h 1067660"/>
              <a:gd name="connsiteX9" fmla="*/ 904446 w 1655298"/>
              <a:gd name="connsiteY9" fmla="*/ 1056 h 106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5298" h="1067660">
                <a:moveTo>
                  <a:pt x="904446" y="1056"/>
                </a:moveTo>
                <a:cubicBezTo>
                  <a:pt x="1179867" y="-11948"/>
                  <a:pt x="1453880" y="95564"/>
                  <a:pt x="1646802" y="304044"/>
                </a:cubicBezTo>
                <a:lnTo>
                  <a:pt x="1655298" y="315330"/>
                </a:lnTo>
                <a:lnTo>
                  <a:pt x="1655298" y="801074"/>
                </a:lnTo>
                <a:lnTo>
                  <a:pt x="494085" y="136044"/>
                </a:lnTo>
                <a:lnTo>
                  <a:pt x="499189" y="1067660"/>
                </a:lnTo>
                <a:lnTo>
                  <a:pt x="7973" y="1067660"/>
                </a:lnTo>
                <a:lnTo>
                  <a:pt x="1056" y="995754"/>
                </a:lnTo>
                <a:cubicBezTo>
                  <a:pt x="-14838" y="659130"/>
                  <a:pt x="149299" y="32460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E79F9F73-8B7D-9543-50C8-E799ED31ACD6}"/>
              </a:ext>
            </a:extLst>
          </p:cNvPr>
          <p:cNvSpPr/>
          <p:nvPr/>
        </p:nvSpPr>
        <p:spPr>
          <a:xfrm>
            <a:off x="4870147" y="4931721"/>
            <a:ext cx="1161213" cy="931616"/>
          </a:xfrm>
          <a:custGeom>
            <a:avLst/>
            <a:gdLst>
              <a:gd name="connsiteX0" fmla="*/ 0 w 1161213"/>
              <a:gd name="connsiteY0" fmla="*/ 0 h 931616"/>
              <a:gd name="connsiteX1" fmla="*/ 1161213 w 1161213"/>
              <a:gd name="connsiteY1" fmla="*/ 665030 h 931616"/>
              <a:gd name="connsiteX2" fmla="*/ 1161213 w 1161213"/>
              <a:gd name="connsiteY2" fmla="*/ 931616 h 931616"/>
              <a:gd name="connsiteX3" fmla="*/ 5104 w 1161213"/>
              <a:gd name="connsiteY3" fmla="*/ 931616 h 931616"/>
              <a:gd name="connsiteX4" fmla="*/ 0 w 1161213"/>
              <a:gd name="connsiteY4" fmla="*/ 0 h 93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213" h="931616">
                <a:moveTo>
                  <a:pt x="0" y="0"/>
                </a:moveTo>
                <a:lnTo>
                  <a:pt x="1161213" y="665030"/>
                </a:lnTo>
                <a:lnTo>
                  <a:pt x="1161213" y="931616"/>
                </a:lnTo>
                <a:lnTo>
                  <a:pt x="5104" y="931616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F8961269-EB18-0D51-AC67-86F3A40BB5C3}"/>
              </a:ext>
            </a:extLst>
          </p:cNvPr>
          <p:cNvSpPr/>
          <p:nvPr/>
        </p:nvSpPr>
        <p:spPr>
          <a:xfrm>
            <a:off x="4846183" y="3975071"/>
            <a:ext cx="1185177" cy="1888267"/>
          </a:xfrm>
          <a:custGeom>
            <a:avLst/>
            <a:gdLst>
              <a:gd name="connsiteX0" fmla="*/ 904446 w 1185177"/>
              <a:gd name="connsiteY0" fmla="*/ 1056 h 1888267"/>
              <a:gd name="connsiteX1" fmla="*/ 1176446 w 1185177"/>
              <a:gd name="connsiteY1" fmla="*/ 27500 h 1888267"/>
              <a:gd name="connsiteX2" fmla="*/ 1185177 w 1185177"/>
              <a:gd name="connsiteY2" fmla="*/ 30089 h 1888267"/>
              <a:gd name="connsiteX3" fmla="*/ 1185177 w 1185177"/>
              <a:gd name="connsiteY3" fmla="*/ 293528 h 1888267"/>
              <a:gd name="connsiteX4" fmla="*/ 14972 w 1185177"/>
              <a:gd name="connsiteY4" fmla="*/ 969146 h 1888267"/>
              <a:gd name="connsiteX5" fmla="*/ 1185177 w 1185177"/>
              <a:gd name="connsiteY5" fmla="*/ 1641671 h 1888267"/>
              <a:gd name="connsiteX6" fmla="*/ 1185177 w 1185177"/>
              <a:gd name="connsiteY6" fmla="*/ 1870452 h 1888267"/>
              <a:gd name="connsiteX7" fmla="*/ 1178701 w 1185177"/>
              <a:gd name="connsiteY7" fmla="*/ 1872406 h 1888267"/>
              <a:gd name="connsiteX8" fmla="*/ 1097950 w 1185177"/>
              <a:gd name="connsiteY8" fmla="*/ 1888267 h 1888267"/>
              <a:gd name="connsiteX9" fmla="*/ 803459 w 1185177"/>
              <a:gd name="connsiteY9" fmla="*/ 1888267 h 1888267"/>
              <a:gd name="connsiteX10" fmla="*/ 723754 w 1185177"/>
              <a:gd name="connsiteY10" fmla="*/ 1872701 h 1888267"/>
              <a:gd name="connsiteX11" fmla="*/ 137672 w 1185177"/>
              <a:gd name="connsiteY11" fmla="*/ 1442426 h 1888267"/>
              <a:gd name="connsiteX12" fmla="*/ 457774 w 1185177"/>
              <a:gd name="connsiteY12" fmla="*/ 137672 h 1888267"/>
              <a:gd name="connsiteX13" fmla="*/ 904446 w 1185177"/>
              <a:gd name="connsiteY13" fmla="*/ 1056 h 188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5177" h="1888267">
                <a:moveTo>
                  <a:pt x="904446" y="1056"/>
                </a:moveTo>
                <a:cubicBezTo>
                  <a:pt x="996253" y="-3279"/>
                  <a:pt x="1087904" y="5777"/>
                  <a:pt x="1176446" y="27500"/>
                </a:cubicBezTo>
                <a:lnTo>
                  <a:pt x="1185177" y="30089"/>
                </a:lnTo>
                <a:lnTo>
                  <a:pt x="1185177" y="293528"/>
                </a:lnTo>
                <a:lnTo>
                  <a:pt x="14972" y="969146"/>
                </a:lnTo>
                <a:lnTo>
                  <a:pt x="1185177" y="1641671"/>
                </a:lnTo>
                <a:lnTo>
                  <a:pt x="1185177" y="1870452"/>
                </a:lnTo>
                <a:lnTo>
                  <a:pt x="1178701" y="1872406"/>
                </a:lnTo>
                <a:lnTo>
                  <a:pt x="1097950" y="1888267"/>
                </a:lnTo>
                <a:lnTo>
                  <a:pt x="803459" y="1888267"/>
                </a:lnTo>
                <a:lnTo>
                  <a:pt x="723754" y="1872701"/>
                </a:lnTo>
                <a:cubicBezTo>
                  <a:pt x="487640" y="1814774"/>
                  <a:pt x="273624" y="1666772"/>
                  <a:pt x="137672" y="1442426"/>
                </a:cubicBezTo>
                <a:cubicBezTo>
                  <a:pt x="-134232" y="993735"/>
                  <a:pt x="9083" y="40957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936837F3-A6C8-03A4-BFEF-156756538F50}"/>
              </a:ext>
            </a:extLst>
          </p:cNvPr>
          <p:cNvSpPr/>
          <p:nvPr/>
        </p:nvSpPr>
        <p:spPr>
          <a:xfrm>
            <a:off x="4861155" y="4268599"/>
            <a:ext cx="1170205" cy="1348143"/>
          </a:xfrm>
          <a:custGeom>
            <a:avLst/>
            <a:gdLst>
              <a:gd name="connsiteX0" fmla="*/ 1170205 w 1170205"/>
              <a:gd name="connsiteY0" fmla="*/ 0 h 1348143"/>
              <a:gd name="connsiteX1" fmla="*/ 1170205 w 1170205"/>
              <a:gd name="connsiteY1" fmla="*/ 1348143 h 1348143"/>
              <a:gd name="connsiteX2" fmla="*/ 0 w 1170205"/>
              <a:gd name="connsiteY2" fmla="*/ 675618 h 1348143"/>
              <a:gd name="connsiteX3" fmla="*/ 1170205 w 1170205"/>
              <a:gd name="connsiteY3" fmla="*/ 0 h 134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205" h="1348143">
                <a:moveTo>
                  <a:pt x="1170205" y="0"/>
                </a:moveTo>
                <a:lnTo>
                  <a:pt x="1170205" y="1348143"/>
                </a:lnTo>
                <a:lnTo>
                  <a:pt x="0" y="675618"/>
                </a:lnTo>
                <a:lnTo>
                  <a:pt x="117020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37D4215-46BD-C025-C255-916AC73ABDED}"/>
              </a:ext>
            </a:extLst>
          </p:cNvPr>
          <p:cNvSpPr/>
          <p:nvPr/>
        </p:nvSpPr>
        <p:spPr>
          <a:xfrm>
            <a:off x="5944133" y="5845523"/>
            <a:ext cx="87227" cy="17815"/>
          </a:xfrm>
          <a:custGeom>
            <a:avLst/>
            <a:gdLst>
              <a:gd name="connsiteX0" fmla="*/ 87227 w 87227"/>
              <a:gd name="connsiteY0" fmla="*/ 0 h 17815"/>
              <a:gd name="connsiteX1" fmla="*/ 87227 w 87227"/>
              <a:gd name="connsiteY1" fmla="*/ 17815 h 17815"/>
              <a:gd name="connsiteX2" fmla="*/ 0 w 87227"/>
              <a:gd name="connsiteY2" fmla="*/ 17815 h 17815"/>
              <a:gd name="connsiteX3" fmla="*/ 80751 w 87227"/>
              <a:gd name="connsiteY3" fmla="*/ 1954 h 17815"/>
              <a:gd name="connsiteX4" fmla="*/ 87227 w 87227"/>
              <a:gd name="connsiteY4" fmla="*/ 0 h 1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7" h="17815">
                <a:moveTo>
                  <a:pt x="87227" y="0"/>
                </a:moveTo>
                <a:lnTo>
                  <a:pt x="87227" y="17815"/>
                </a:lnTo>
                <a:lnTo>
                  <a:pt x="0" y="17815"/>
                </a:lnTo>
                <a:lnTo>
                  <a:pt x="80751" y="1954"/>
                </a:lnTo>
                <a:lnTo>
                  <a:pt x="8722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F4739813-EA84-1AB7-8897-10725EC9486B}"/>
              </a:ext>
            </a:extLst>
          </p:cNvPr>
          <p:cNvSpPr/>
          <p:nvPr/>
        </p:nvSpPr>
        <p:spPr>
          <a:xfrm>
            <a:off x="5649642" y="5863338"/>
            <a:ext cx="294491" cy="11933"/>
          </a:xfrm>
          <a:custGeom>
            <a:avLst/>
            <a:gdLst>
              <a:gd name="connsiteX0" fmla="*/ 0 w 294491"/>
              <a:gd name="connsiteY0" fmla="*/ 0 h 11933"/>
              <a:gd name="connsiteX1" fmla="*/ 294491 w 294491"/>
              <a:gd name="connsiteY1" fmla="*/ 0 h 11933"/>
              <a:gd name="connsiteX2" fmla="*/ 284044 w 294491"/>
              <a:gd name="connsiteY2" fmla="*/ 2052 h 11933"/>
              <a:gd name="connsiteX3" fmla="*/ 9764 w 294491"/>
              <a:gd name="connsiteY3" fmla="*/ 1907 h 11933"/>
              <a:gd name="connsiteX4" fmla="*/ 0 w 294491"/>
              <a:gd name="connsiteY4" fmla="*/ 0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491" h="11933">
                <a:moveTo>
                  <a:pt x="0" y="0"/>
                </a:moveTo>
                <a:lnTo>
                  <a:pt x="294491" y="0"/>
                </a:lnTo>
                <a:lnTo>
                  <a:pt x="284044" y="2052"/>
                </a:lnTo>
                <a:cubicBezTo>
                  <a:pt x="192461" y="15395"/>
                  <a:pt x="100051" y="15105"/>
                  <a:pt x="9764" y="1907"/>
                </a:cubicBez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50206030-96F8-6EE6-F06B-67A84BF75CF9}"/>
              </a:ext>
            </a:extLst>
          </p:cNvPr>
          <p:cNvSpPr/>
          <p:nvPr/>
        </p:nvSpPr>
        <p:spPr>
          <a:xfrm>
            <a:off x="4846183" y="2308753"/>
            <a:ext cx="1185177" cy="1888267"/>
          </a:xfrm>
          <a:custGeom>
            <a:avLst/>
            <a:gdLst>
              <a:gd name="connsiteX0" fmla="*/ 904446 w 1185177"/>
              <a:gd name="connsiteY0" fmla="*/ 1056 h 1888267"/>
              <a:gd name="connsiteX1" fmla="*/ 1176446 w 1185177"/>
              <a:gd name="connsiteY1" fmla="*/ 27500 h 1888267"/>
              <a:gd name="connsiteX2" fmla="*/ 1185177 w 1185177"/>
              <a:gd name="connsiteY2" fmla="*/ 30089 h 1888267"/>
              <a:gd name="connsiteX3" fmla="*/ 1185177 w 1185177"/>
              <a:gd name="connsiteY3" fmla="*/ 293528 h 1888267"/>
              <a:gd name="connsiteX4" fmla="*/ 14972 w 1185177"/>
              <a:gd name="connsiteY4" fmla="*/ 969146 h 1888267"/>
              <a:gd name="connsiteX5" fmla="*/ 1185177 w 1185177"/>
              <a:gd name="connsiteY5" fmla="*/ 1641671 h 1888267"/>
              <a:gd name="connsiteX6" fmla="*/ 1185177 w 1185177"/>
              <a:gd name="connsiteY6" fmla="*/ 1870452 h 1888267"/>
              <a:gd name="connsiteX7" fmla="*/ 1178701 w 1185177"/>
              <a:gd name="connsiteY7" fmla="*/ 1872406 h 1888267"/>
              <a:gd name="connsiteX8" fmla="*/ 1097950 w 1185177"/>
              <a:gd name="connsiteY8" fmla="*/ 1888267 h 1888267"/>
              <a:gd name="connsiteX9" fmla="*/ 803459 w 1185177"/>
              <a:gd name="connsiteY9" fmla="*/ 1888267 h 1888267"/>
              <a:gd name="connsiteX10" fmla="*/ 723754 w 1185177"/>
              <a:gd name="connsiteY10" fmla="*/ 1872701 h 1888267"/>
              <a:gd name="connsiteX11" fmla="*/ 137672 w 1185177"/>
              <a:gd name="connsiteY11" fmla="*/ 1442426 h 1888267"/>
              <a:gd name="connsiteX12" fmla="*/ 457774 w 1185177"/>
              <a:gd name="connsiteY12" fmla="*/ 137672 h 1888267"/>
              <a:gd name="connsiteX13" fmla="*/ 904446 w 1185177"/>
              <a:gd name="connsiteY13" fmla="*/ 1056 h 188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5177" h="1888267">
                <a:moveTo>
                  <a:pt x="904446" y="1056"/>
                </a:moveTo>
                <a:cubicBezTo>
                  <a:pt x="996253" y="-3279"/>
                  <a:pt x="1087904" y="5777"/>
                  <a:pt x="1176446" y="27500"/>
                </a:cubicBezTo>
                <a:lnTo>
                  <a:pt x="1185177" y="30089"/>
                </a:lnTo>
                <a:lnTo>
                  <a:pt x="1185177" y="293528"/>
                </a:lnTo>
                <a:lnTo>
                  <a:pt x="14972" y="969146"/>
                </a:lnTo>
                <a:lnTo>
                  <a:pt x="1185177" y="1641671"/>
                </a:lnTo>
                <a:lnTo>
                  <a:pt x="1185177" y="1870452"/>
                </a:lnTo>
                <a:lnTo>
                  <a:pt x="1178701" y="1872406"/>
                </a:lnTo>
                <a:lnTo>
                  <a:pt x="1097950" y="1888267"/>
                </a:lnTo>
                <a:lnTo>
                  <a:pt x="803459" y="1888267"/>
                </a:lnTo>
                <a:lnTo>
                  <a:pt x="723754" y="1872701"/>
                </a:lnTo>
                <a:cubicBezTo>
                  <a:pt x="487640" y="1814774"/>
                  <a:pt x="273624" y="1666772"/>
                  <a:pt x="137672" y="1442426"/>
                </a:cubicBezTo>
                <a:cubicBezTo>
                  <a:pt x="-134232" y="993735"/>
                  <a:pt x="9083" y="40957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4C915FCE-0F9E-F2D9-683A-471A09CCB787}"/>
              </a:ext>
            </a:extLst>
          </p:cNvPr>
          <p:cNvSpPr/>
          <p:nvPr/>
        </p:nvSpPr>
        <p:spPr>
          <a:xfrm>
            <a:off x="4861155" y="2602281"/>
            <a:ext cx="1170205" cy="1348143"/>
          </a:xfrm>
          <a:custGeom>
            <a:avLst/>
            <a:gdLst>
              <a:gd name="connsiteX0" fmla="*/ 1170205 w 1170205"/>
              <a:gd name="connsiteY0" fmla="*/ 0 h 1348143"/>
              <a:gd name="connsiteX1" fmla="*/ 1170205 w 1170205"/>
              <a:gd name="connsiteY1" fmla="*/ 1348143 h 1348143"/>
              <a:gd name="connsiteX2" fmla="*/ 0 w 1170205"/>
              <a:gd name="connsiteY2" fmla="*/ 675618 h 1348143"/>
              <a:gd name="connsiteX3" fmla="*/ 1170205 w 1170205"/>
              <a:gd name="connsiteY3" fmla="*/ 0 h 134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205" h="1348143">
                <a:moveTo>
                  <a:pt x="1170205" y="0"/>
                </a:moveTo>
                <a:lnTo>
                  <a:pt x="1170205" y="1348143"/>
                </a:lnTo>
                <a:lnTo>
                  <a:pt x="0" y="675618"/>
                </a:lnTo>
                <a:lnTo>
                  <a:pt x="117020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8B696BC4-C8AC-2BCF-BBE1-FF72A805E63A}"/>
              </a:ext>
            </a:extLst>
          </p:cNvPr>
          <p:cNvSpPr/>
          <p:nvPr/>
        </p:nvSpPr>
        <p:spPr>
          <a:xfrm>
            <a:off x="5944133" y="4179205"/>
            <a:ext cx="87227" cy="17815"/>
          </a:xfrm>
          <a:custGeom>
            <a:avLst/>
            <a:gdLst>
              <a:gd name="connsiteX0" fmla="*/ 87227 w 87227"/>
              <a:gd name="connsiteY0" fmla="*/ 0 h 17815"/>
              <a:gd name="connsiteX1" fmla="*/ 87227 w 87227"/>
              <a:gd name="connsiteY1" fmla="*/ 17815 h 17815"/>
              <a:gd name="connsiteX2" fmla="*/ 0 w 87227"/>
              <a:gd name="connsiteY2" fmla="*/ 17815 h 17815"/>
              <a:gd name="connsiteX3" fmla="*/ 80751 w 87227"/>
              <a:gd name="connsiteY3" fmla="*/ 1954 h 17815"/>
              <a:gd name="connsiteX4" fmla="*/ 87227 w 87227"/>
              <a:gd name="connsiteY4" fmla="*/ 0 h 1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7" h="17815">
                <a:moveTo>
                  <a:pt x="87227" y="0"/>
                </a:moveTo>
                <a:lnTo>
                  <a:pt x="87227" y="17815"/>
                </a:lnTo>
                <a:lnTo>
                  <a:pt x="0" y="17815"/>
                </a:lnTo>
                <a:lnTo>
                  <a:pt x="80751" y="1954"/>
                </a:lnTo>
                <a:lnTo>
                  <a:pt x="8722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9382111B-75B3-A587-9483-9159BD8CB3EF}"/>
              </a:ext>
            </a:extLst>
          </p:cNvPr>
          <p:cNvSpPr/>
          <p:nvPr/>
        </p:nvSpPr>
        <p:spPr>
          <a:xfrm>
            <a:off x="5649642" y="4197020"/>
            <a:ext cx="294491" cy="11933"/>
          </a:xfrm>
          <a:custGeom>
            <a:avLst/>
            <a:gdLst>
              <a:gd name="connsiteX0" fmla="*/ 0 w 294491"/>
              <a:gd name="connsiteY0" fmla="*/ 0 h 11933"/>
              <a:gd name="connsiteX1" fmla="*/ 294491 w 294491"/>
              <a:gd name="connsiteY1" fmla="*/ 0 h 11933"/>
              <a:gd name="connsiteX2" fmla="*/ 284044 w 294491"/>
              <a:gd name="connsiteY2" fmla="*/ 2052 h 11933"/>
              <a:gd name="connsiteX3" fmla="*/ 9764 w 294491"/>
              <a:gd name="connsiteY3" fmla="*/ 1907 h 11933"/>
              <a:gd name="connsiteX4" fmla="*/ 0 w 294491"/>
              <a:gd name="connsiteY4" fmla="*/ 0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491" h="11933">
                <a:moveTo>
                  <a:pt x="0" y="0"/>
                </a:moveTo>
                <a:lnTo>
                  <a:pt x="294491" y="0"/>
                </a:lnTo>
                <a:lnTo>
                  <a:pt x="284044" y="2052"/>
                </a:lnTo>
                <a:cubicBezTo>
                  <a:pt x="192461" y="15395"/>
                  <a:pt x="100051" y="15105"/>
                  <a:pt x="9764" y="1907"/>
                </a:cubicBez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47D616B-4987-1594-7D20-D180DB16DD15}"/>
              </a:ext>
            </a:extLst>
          </p:cNvPr>
          <p:cNvSpPr/>
          <p:nvPr/>
        </p:nvSpPr>
        <p:spPr>
          <a:xfrm>
            <a:off x="1545108" y="4768221"/>
            <a:ext cx="1900199" cy="1095117"/>
          </a:xfrm>
          <a:custGeom>
            <a:avLst/>
            <a:gdLst>
              <a:gd name="connsiteX0" fmla="*/ 904446 w 1900199"/>
              <a:gd name="connsiteY0" fmla="*/ 1056 h 1095117"/>
              <a:gd name="connsiteX1" fmla="*/ 1762528 w 1900199"/>
              <a:gd name="connsiteY1" fmla="*/ 457774 h 1095117"/>
              <a:gd name="connsiteX2" fmla="*/ 1890174 w 1900199"/>
              <a:gd name="connsiteY2" fmla="*/ 1086977 h 1095117"/>
              <a:gd name="connsiteX3" fmla="*/ 1888584 w 1900199"/>
              <a:gd name="connsiteY3" fmla="*/ 1095117 h 1095117"/>
              <a:gd name="connsiteX4" fmla="*/ 1679497 w 1900199"/>
              <a:gd name="connsiteY4" fmla="*/ 1095117 h 1095117"/>
              <a:gd name="connsiteX5" fmla="*/ 1888767 w 1900199"/>
              <a:gd name="connsiteY5" fmla="*/ 973874 h 1095117"/>
              <a:gd name="connsiteX6" fmla="*/ 456966 w 1900199"/>
              <a:gd name="connsiteY6" fmla="*/ 153878 h 1095117"/>
              <a:gd name="connsiteX7" fmla="*/ 462122 w 1900199"/>
              <a:gd name="connsiteY7" fmla="*/ 1095117 h 1095117"/>
              <a:gd name="connsiteX8" fmla="*/ 11377 w 1900199"/>
              <a:gd name="connsiteY8" fmla="*/ 1095117 h 1095117"/>
              <a:gd name="connsiteX9" fmla="*/ 9881 w 1900199"/>
              <a:gd name="connsiteY9" fmla="*/ 1087503 h 1095117"/>
              <a:gd name="connsiteX10" fmla="*/ 457774 w 1900199"/>
              <a:gd name="connsiteY10" fmla="*/ 137672 h 1095117"/>
              <a:gd name="connsiteX11" fmla="*/ 904446 w 1900199"/>
              <a:gd name="connsiteY11" fmla="*/ 1056 h 109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0199" h="1095117">
                <a:moveTo>
                  <a:pt x="904446" y="1056"/>
                </a:moveTo>
                <a:cubicBezTo>
                  <a:pt x="1241071" y="-14838"/>
                  <a:pt x="1575594" y="149299"/>
                  <a:pt x="1762528" y="457774"/>
                </a:cubicBezTo>
                <a:cubicBezTo>
                  <a:pt x="1881486" y="654077"/>
                  <a:pt x="1920969" y="876308"/>
                  <a:pt x="1890174" y="1086977"/>
                </a:cubicBezTo>
                <a:lnTo>
                  <a:pt x="1888584" y="1095117"/>
                </a:lnTo>
                <a:lnTo>
                  <a:pt x="1679497" y="1095117"/>
                </a:lnTo>
                <a:lnTo>
                  <a:pt x="1888767" y="973874"/>
                </a:lnTo>
                <a:lnTo>
                  <a:pt x="456966" y="153878"/>
                </a:lnTo>
                <a:lnTo>
                  <a:pt x="462122" y="1095117"/>
                </a:lnTo>
                <a:lnTo>
                  <a:pt x="11377" y="1095117"/>
                </a:lnTo>
                <a:lnTo>
                  <a:pt x="9881" y="1087503"/>
                </a:lnTo>
                <a:cubicBezTo>
                  <a:pt x="-43489" y="721172"/>
                  <a:pt x="121256" y="341600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5AF50BD9-0523-3403-D9AC-4B3FF078512D}"/>
              </a:ext>
            </a:extLst>
          </p:cNvPr>
          <p:cNvSpPr/>
          <p:nvPr/>
        </p:nvSpPr>
        <p:spPr>
          <a:xfrm>
            <a:off x="2002074" y="4922099"/>
            <a:ext cx="1431801" cy="941239"/>
          </a:xfrm>
          <a:custGeom>
            <a:avLst/>
            <a:gdLst>
              <a:gd name="connsiteX0" fmla="*/ 0 w 1431801"/>
              <a:gd name="connsiteY0" fmla="*/ 0 h 941239"/>
              <a:gd name="connsiteX1" fmla="*/ 1431801 w 1431801"/>
              <a:gd name="connsiteY1" fmla="*/ 819996 h 941239"/>
              <a:gd name="connsiteX2" fmla="*/ 1222531 w 1431801"/>
              <a:gd name="connsiteY2" fmla="*/ 941239 h 941239"/>
              <a:gd name="connsiteX3" fmla="*/ 5156 w 1431801"/>
              <a:gd name="connsiteY3" fmla="*/ 941239 h 941239"/>
              <a:gd name="connsiteX4" fmla="*/ 0 w 1431801"/>
              <a:gd name="connsiteY4" fmla="*/ 0 h 941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1801" h="941239">
                <a:moveTo>
                  <a:pt x="0" y="0"/>
                </a:moveTo>
                <a:lnTo>
                  <a:pt x="1431801" y="819996"/>
                </a:lnTo>
                <a:lnTo>
                  <a:pt x="1222531" y="941239"/>
                </a:lnTo>
                <a:lnTo>
                  <a:pt x="5156" y="941239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3B9397E8-9893-89D5-A972-586D95F72F67}"/>
              </a:ext>
            </a:extLst>
          </p:cNvPr>
          <p:cNvSpPr/>
          <p:nvPr/>
        </p:nvSpPr>
        <p:spPr>
          <a:xfrm>
            <a:off x="1969985" y="1471975"/>
            <a:ext cx="1418197" cy="1071552"/>
          </a:xfrm>
          <a:custGeom>
            <a:avLst/>
            <a:gdLst>
              <a:gd name="connsiteX0" fmla="*/ 8521 w 1418197"/>
              <a:gd name="connsiteY0" fmla="*/ 0 h 1071552"/>
              <a:gd name="connsiteX1" fmla="*/ 258324 w 1418197"/>
              <a:gd name="connsiteY1" fmla="*/ 0 h 1071552"/>
              <a:gd name="connsiteX2" fmla="*/ 14972 w 1418197"/>
              <a:gd name="connsiteY2" fmla="*/ 140499 h 1071552"/>
              <a:gd name="connsiteX3" fmla="*/ 1418197 w 1418197"/>
              <a:gd name="connsiteY3" fmla="*/ 946941 h 1071552"/>
              <a:gd name="connsiteX4" fmla="*/ 1356818 w 1418197"/>
              <a:gd name="connsiteY4" fmla="*/ 980024 h 1071552"/>
              <a:gd name="connsiteX5" fmla="*/ 137672 w 1418197"/>
              <a:gd name="connsiteY5" fmla="*/ 613779 h 1071552"/>
              <a:gd name="connsiteX6" fmla="*/ 1158 w 1418197"/>
              <a:gd name="connsiteY6" fmla="*/ 75461 h 1071552"/>
              <a:gd name="connsiteX7" fmla="*/ 8521 w 1418197"/>
              <a:gd name="connsiteY7" fmla="*/ 0 h 107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8197" h="1071552">
                <a:moveTo>
                  <a:pt x="8521" y="0"/>
                </a:moveTo>
                <a:lnTo>
                  <a:pt x="258324" y="0"/>
                </a:lnTo>
                <a:lnTo>
                  <a:pt x="14972" y="140499"/>
                </a:lnTo>
                <a:lnTo>
                  <a:pt x="1418197" y="946941"/>
                </a:lnTo>
                <a:lnTo>
                  <a:pt x="1356818" y="980024"/>
                </a:lnTo>
                <a:cubicBezTo>
                  <a:pt x="921935" y="1186678"/>
                  <a:pt x="392582" y="1034427"/>
                  <a:pt x="137672" y="613779"/>
                </a:cubicBezTo>
                <a:cubicBezTo>
                  <a:pt x="35708" y="445520"/>
                  <a:pt x="-7866" y="258211"/>
                  <a:pt x="1158" y="75461"/>
                </a:cubicBezTo>
                <a:lnTo>
                  <a:pt x="852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3E2324AD-0A4A-B0FC-97A2-3E231BFA5143}"/>
              </a:ext>
            </a:extLst>
          </p:cNvPr>
          <p:cNvSpPr/>
          <p:nvPr/>
        </p:nvSpPr>
        <p:spPr>
          <a:xfrm>
            <a:off x="3420023" y="1481643"/>
            <a:ext cx="459513" cy="934819"/>
          </a:xfrm>
          <a:custGeom>
            <a:avLst/>
            <a:gdLst>
              <a:gd name="connsiteX0" fmla="*/ 1855 w 459513"/>
              <a:gd name="connsiteY0" fmla="*/ 0 h 934819"/>
              <a:gd name="connsiteX1" fmla="*/ 451167 w 459513"/>
              <a:gd name="connsiteY1" fmla="*/ 0 h 934819"/>
              <a:gd name="connsiteX2" fmla="*/ 458458 w 459513"/>
              <a:gd name="connsiteY2" fmla="*/ 75799 h 934819"/>
              <a:gd name="connsiteX3" fmla="*/ 1740 w 459513"/>
              <a:gd name="connsiteY3" fmla="*/ 933881 h 934819"/>
              <a:gd name="connsiteX4" fmla="*/ 0 w 459513"/>
              <a:gd name="connsiteY4" fmla="*/ 934819 h 934819"/>
              <a:gd name="connsiteX5" fmla="*/ 1855 w 459513"/>
              <a:gd name="connsiteY5" fmla="*/ 0 h 93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513" h="934819">
                <a:moveTo>
                  <a:pt x="1855" y="0"/>
                </a:moveTo>
                <a:lnTo>
                  <a:pt x="451167" y="0"/>
                </a:lnTo>
                <a:lnTo>
                  <a:pt x="458458" y="75799"/>
                </a:lnTo>
                <a:cubicBezTo>
                  <a:pt x="474352" y="412424"/>
                  <a:pt x="310215" y="746947"/>
                  <a:pt x="1740" y="933881"/>
                </a:cubicBezTo>
                <a:lnTo>
                  <a:pt x="0" y="934819"/>
                </a:lnTo>
                <a:lnTo>
                  <a:pt x="185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E00DD5E9-0222-4462-8768-59219D3FD27C}"/>
              </a:ext>
            </a:extLst>
          </p:cNvPr>
          <p:cNvSpPr/>
          <p:nvPr/>
        </p:nvSpPr>
        <p:spPr>
          <a:xfrm>
            <a:off x="3388182" y="2406794"/>
            <a:ext cx="22489" cy="25018"/>
          </a:xfrm>
          <a:custGeom>
            <a:avLst/>
            <a:gdLst>
              <a:gd name="connsiteX0" fmla="*/ 22489 w 22489"/>
              <a:gd name="connsiteY0" fmla="*/ 0 h 25018"/>
              <a:gd name="connsiteX1" fmla="*/ 22439 w 22489"/>
              <a:gd name="connsiteY1" fmla="*/ 25018 h 25018"/>
              <a:gd name="connsiteX2" fmla="*/ 0 w 22489"/>
              <a:gd name="connsiteY2" fmla="*/ 12122 h 25018"/>
              <a:gd name="connsiteX3" fmla="*/ 22489 w 22489"/>
              <a:gd name="connsiteY3" fmla="*/ 0 h 25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9" h="25018">
                <a:moveTo>
                  <a:pt x="22489" y="0"/>
                </a:moveTo>
                <a:lnTo>
                  <a:pt x="22439" y="25018"/>
                </a:lnTo>
                <a:lnTo>
                  <a:pt x="0" y="12122"/>
                </a:lnTo>
                <a:lnTo>
                  <a:pt x="2248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3743201A-54E2-B25B-552A-A40415CEC36B}"/>
              </a:ext>
            </a:extLst>
          </p:cNvPr>
          <p:cNvSpPr/>
          <p:nvPr/>
        </p:nvSpPr>
        <p:spPr>
          <a:xfrm>
            <a:off x="1984957" y="1471976"/>
            <a:ext cx="1427569" cy="946941"/>
          </a:xfrm>
          <a:custGeom>
            <a:avLst/>
            <a:gdLst>
              <a:gd name="connsiteX0" fmla="*/ 243352 w 1427569"/>
              <a:gd name="connsiteY0" fmla="*/ 0 h 946941"/>
              <a:gd name="connsiteX1" fmla="*/ 1427569 w 1427569"/>
              <a:gd name="connsiteY1" fmla="*/ 0 h 946941"/>
              <a:gd name="connsiteX2" fmla="*/ 1425714 w 1427569"/>
              <a:gd name="connsiteY2" fmla="*/ 934819 h 946941"/>
              <a:gd name="connsiteX3" fmla="*/ 1403225 w 1427569"/>
              <a:gd name="connsiteY3" fmla="*/ 946941 h 946941"/>
              <a:gd name="connsiteX4" fmla="*/ 0 w 1427569"/>
              <a:gd name="connsiteY4" fmla="*/ 140499 h 946941"/>
              <a:gd name="connsiteX5" fmla="*/ 243352 w 1427569"/>
              <a:gd name="connsiteY5" fmla="*/ 0 h 94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7569" h="946941">
                <a:moveTo>
                  <a:pt x="243352" y="0"/>
                </a:moveTo>
                <a:lnTo>
                  <a:pt x="1427569" y="0"/>
                </a:lnTo>
                <a:lnTo>
                  <a:pt x="1425714" y="934819"/>
                </a:lnTo>
                <a:lnTo>
                  <a:pt x="1403225" y="946941"/>
                </a:lnTo>
                <a:lnTo>
                  <a:pt x="0" y="140499"/>
                </a:lnTo>
                <a:lnTo>
                  <a:pt x="24335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42D50EDE-E851-505C-5A19-CF6E491A2612}"/>
              </a:ext>
            </a:extLst>
          </p:cNvPr>
          <p:cNvSpPr/>
          <p:nvPr/>
        </p:nvSpPr>
        <p:spPr>
          <a:xfrm>
            <a:off x="2947156" y="1462517"/>
            <a:ext cx="467360" cy="995560"/>
          </a:xfrm>
          <a:custGeom>
            <a:avLst/>
            <a:gdLst>
              <a:gd name="connsiteX0" fmla="*/ 17302 w 467360"/>
              <a:gd name="connsiteY0" fmla="*/ 0 h 995560"/>
              <a:gd name="connsiteX1" fmla="*/ 467360 w 467360"/>
              <a:gd name="connsiteY1" fmla="*/ 0 h 995560"/>
              <a:gd name="connsiteX2" fmla="*/ 467360 w 467360"/>
              <a:gd name="connsiteY2" fmla="*/ 995560 h 995560"/>
              <a:gd name="connsiteX3" fmla="*/ 418829 w 467360"/>
              <a:gd name="connsiteY3" fmla="*/ 966077 h 995560"/>
              <a:gd name="connsiteX4" fmla="*/ 0 w 467360"/>
              <a:gd name="connsiteY4" fmla="*/ 178355 h 995560"/>
              <a:gd name="connsiteX5" fmla="*/ 4905 w 467360"/>
              <a:gd name="connsiteY5" fmla="*/ 81227 h 995560"/>
              <a:gd name="connsiteX6" fmla="*/ 17302 w 467360"/>
              <a:gd name="connsiteY6" fmla="*/ 0 h 99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360" h="995560">
                <a:moveTo>
                  <a:pt x="17302" y="0"/>
                </a:moveTo>
                <a:lnTo>
                  <a:pt x="467360" y="0"/>
                </a:lnTo>
                <a:lnTo>
                  <a:pt x="467360" y="995560"/>
                </a:lnTo>
                <a:lnTo>
                  <a:pt x="418829" y="966077"/>
                </a:lnTo>
                <a:cubicBezTo>
                  <a:pt x="166138" y="795362"/>
                  <a:pt x="0" y="506260"/>
                  <a:pt x="0" y="178355"/>
                </a:cubicBezTo>
                <a:cubicBezTo>
                  <a:pt x="0" y="145565"/>
                  <a:pt x="1662" y="113162"/>
                  <a:pt x="4905" y="81227"/>
                </a:cubicBezTo>
                <a:lnTo>
                  <a:pt x="1730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9EB850C4-71F1-3B7D-A935-2C443281BD7E}"/>
              </a:ext>
            </a:extLst>
          </p:cNvPr>
          <p:cNvSpPr/>
          <p:nvPr/>
        </p:nvSpPr>
        <p:spPr>
          <a:xfrm>
            <a:off x="3432645" y="1461642"/>
            <a:ext cx="1426003" cy="1128315"/>
          </a:xfrm>
          <a:custGeom>
            <a:avLst/>
            <a:gdLst>
              <a:gd name="connsiteX0" fmla="*/ 1108335 w 1426003"/>
              <a:gd name="connsiteY0" fmla="*/ 0 h 1128315"/>
              <a:gd name="connsiteX1" fmla="*/ 1408702 w 1426003"/>
              <a:gd name="connsiteY1" fmla="*/ 0 h 1128315"/>
              <a:gd name="connsiteX2" fmla="*/ 1421098 w 1426003"/>
              <a:gd name="connsiteY2" fmla="*/ 81227 h 1128315"/>
              <a:gd name="connsiteX3" fmla="*/ 1426003 w 1426003"/>
              <a:gd name="connsiteY3" fmla="*/ 178355 h 1128315"/>
              <a:gd name="connsiteX4" fmla="*/ 476043 w 1426003"/>
              <a:gd name="connsiteY4" fmla="*/ 1128315 h 1128315"/>
              <a:gd name="connsiteX5" fmla="*/ 23236 w 1426003"/>
              <a:gd name="connsiteY5" fmla="*/ 1013660 h 1128315"/>
              <a:gd name="connsiteX6" fmla="*/ 0 w 1426003"/>
              <a:gd name="connsiteY6" fmla="*/ 999544 h 1128315"/>
              <a:gd name="connsiteX7" fmla="*/ 1415843 w 1426003"/>
              <a:gd name="connsiteY7" fmla="*/ 178355 h 1128315"/>
              <a:gd name="connsiteX8" fmla="*/ 1108335 w 1426003"/>
              <a:gd name="connsiteY8" fmla="*/ 0 h 112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6003" h="1128315">
                <a:moveTo>
                  <a:pt x="1108335" y="0"/>
                </a:moveTo>
                <a:lnTo>
                  <a:pt x="1408702" y="0"/>
                </a:lnTo>
                <a:lnTo>
                  <a:pt x="1421098" y="81227"/>
                </a:lnTo>
                <a:cubicBezTo>
                  <a:pt x="1424342" y="113162"/>
                  <a:pt x="1426003" y="145565"/>
                  <a:pt x="1426003" y="178355"/>
                </a:cubicBezTo>
                <a:cubicBezTo>
                  <a:pt x="1426003" y="703003"/>
                  <a:pt x="1000691" y="1128315"/>
                  <a:pt x="476043" y="1128315"/>
                </a:cubicBezTo>
                <a:cubicBezTo>
                  <a:pt x="312091" y="1128315"/>
                  <a:pt x="157839" y="1086781"/>
                  <a:pt x="23236" y="1013660"/>
                </a:cubicBezTo>
                <a:lnTo>
                  <a:pt x="0" y="999544"/>
                </a:lnTo>
                <a:lnTo>
                  <a:pt x="1415843" y="178355"/>
                </a:lnTo>
                <a:lnTo>
                  <a:pt x="110833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0F834E7E-49FD-2619-876B-0346337B527F}"/>
              </a:ext>
            </a:extLst>
          </p:cNvPr>
          <p:cNvSpPr/>
          <p:nvPr/>
        </p:nvSpPr>
        <p:spPr>
          <a:xfrm>
            <a:off x="3404220" y="2467536"/>
            <a:ext cx="6557" cy="7787"/>
          </a:xfrm>
          <a:custGeom>
            <a:avLst/>
            <a:gdLst>
              <a:gd name="connsiteX0" fmla="*/ 0 w 6557"/>
              <a:gd name="connsiteY0" fmla="*/ 0 h 7787"/>
              <a:gd name="connsiteX1" fmla="*/ 6557 w 6557"/>
              <a:gd name="connsiteY1" fmla="*/ 3984 h 7787"/>
              <a:gd name="connsiteX2" fmla="*/ 0 w 6557"/>
              <a:gd name="connsiteY2" fmla="*/ 7787 h 7787"/>
              <a:gd name="connsiteX3" fmla="*/ 0 w 6557"/>
              <a:gd name="connsiteY3" fmla="*/ 0 h 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7" h="7787">
                <a:moveTo>
                  <a:pt x="0" y="0"/>
                </a:moveTo>
                <a:lnTo>
                  <a:pt x="6557" y="3984"/>
                </a:lnTo>
                <a:lnTo>
                  <a:pt x="0" y="778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29014361-D449-28F3-BF7B-98D76774EF9B}"/>
              </a:ext>
            </a:extLst>
          </p:cNvPr>
          <p:cNvSpPr/>
          <p:nvPr/>
        </p:nvSpPr>
        <p:spPr>
          <a:xfrm>
            <a:off x="3404219" y="1471975"/>
            <a:ext cx="1422400" cy="999544"/>
          </a:xfrm>
          <a:custGeom>
            <a:avLst/>
            <a:gdLst>
              <a:gd name="connsiteX0" fmla="*/ 0 w 1422400"/>
              <a:gd name="connsiteY0" fmla="*/ 0 h 999544"/>
              <a:gd name="connsiteX1" fmla="*/ 1114892 w 1422400"/>
              <a:gd name="connsiteY1" fmla="*/ 0 h 999544"/>
              <a:gd name="connsiteX2" fmla="*/ 1422400 w 1422400"/>
              <a:gd name="connsiteY2" fmla="*/ 178355 h 999544"/>
              <a:gd name="connsiteX3" fmla="*/ 6557 w 1422400"/>
              <a:gd name="connsiteY3" fmla="*/ 999544 h 999544"/>
              <a:gd name="connsiteX4" fmla="*/ 0 w 1422400"/>
              <a:gd name="connsiteY4" fmla="*/ 995560 h 999544"/>
              <a:gd name="connsiteX5" fmla="*/ 0 w 1422400"/>
              <a:gd name="connsiteY5" fmla="*/ 0 h 99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400" h="999544">
                <a:moveTo>
                  <a:pt x="0" y="0"/>
                </a:moveTo>
                <a:lnTo>
                  <a:pt x="1114892" y="0"/>
                </a:lnTo>
                <a:lnTo>
                  <a:pt x="1422400" y="178355"/>
                </a:lnTo>
                <a:lnTo>
                  <a:pt x="6557" y="999544"/>
                </a:lnTo>
                <a:lnTo>
                  <a:pt x="0" y="99556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AF36D4B7-1415-A366-B8E6-5C59AF33389F}"/>
              </a:ext>
            </a:extLst>
          </p:cNvPr>
          <p:cNvSpPr/>
          <p:nvPr/>
        </p:nvSpPr>
        <p:spPr>
          <a:xfrm>
            <a:off x="1540640" y="3101416"/>
            <a:ext cx="918377" cy="1762324"/>
          </a:xfrm>
          <a:custGeom>
            <a:avLst/>
            <a:gdLst>
              <a:gd name="connsiteX0" fmla="*/ 0 w 918377"/>
              <a:gd name="connsiteY0" fmla="*/ 0 h 1762324"/>
              <a:gd name="connsiteX1" fmla="*/ 14270 w 918377"/>
              <a:gd name="connsiteY1" fmla="*/ 16 h 1762324"/>
              <a:gd name="connsiteX2" fmla="*/ 780706 w 918377"/>
              <a:gd name="connsiteY2" fmla="*/ 456632 h 1762324"/>
              <a:gd name="connsiteX3" fmla="*/ 460604 w 918377"/>
              <a:gd name="connsiteY3" fmla="*/ 1761386 h 1762324"/>
              <a:gd name="connsiteX4" fmla="*/ 458864 w 918377"/>
              <a:gd name="connsiteY4" fmla="*/ 1762324 h 1762324"/>
              <a:gd name="connsiteX5" fmla="*/ 462078 w 918377"/>
              <a:gd name="connsiteY5" fmla="*/ 143012 h 1762324"/>
              <a:gd name="connsiteX6" fmla="*/ 0 w 918377"/>
              <a:gd name="connsiteY6" fmla="*/ 409793 h 1762324"/>
              <a:gd name="connsiteX7" fmla="*/ 0 w 918377"/>
              <a:gd name="connsiteY7" fmla="*/ 0 h 176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377" h="1762324">
                <a:moveTo>
                  <a:pt x="0" y="0"/>
                </a:moveTo>
                <a:lnTo>
                  <a:pt x="14270" y="16"/>
                </a:lnTo>
                <a:cubicBezTo>
                  <a:pt x="318851" y="15056"/>
                  <a:pt x="610766" y="176200"/>
                  <a:pt x="780706" y="456632"/>
                </a:cubicBezTo>
                <a:cubicBezTo>
                  <a:pt x="1052610" y="905323"/>
                  <a:pt x="909295" y="1489482"/>
                  <a:pt x="460604" y="1761386"/>
                </a:cubicBezTo>
                <a:lnTo>
                  <a:pt x="458864" y="1762324"/>
                </a:lnTo>
                <a:lnTo>
                  <a:pt x="462078" y="143012"/>
                </a:lnTo>
                <a:lnTo>
                  <a:pt x="0" y="409793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A3DAF807-444C-28DE-D04D-D14893EEDD9E}"/>
              </a:ext>
            </a:extLst>
          </p:cNvPr>
          <p:cNvSpPr/>
          <p:nvPr/>
        </p:nvSpPr>
        <p:spPr>
          <a:xfrm>
            <a:off x="1540639" y="4625076"/>
            <a:ext cx="436374" cy="374342"/>
          </a:xfrm>
          <a:custGeom>
            <a:avLst/>
            <a:gdLst>
              <a:gd name="connsiteX0" fmla="*/ 0 w 436374"/>
              <a:gd name="connsiteY0" fmla="*/ 0 h 374342"/>
              <a:gd name="connsiteX1" fmla="*/ 436374 w 436374"/>
              <a:gd name="connsiteY1" fmla="*/ 250787 h 374342"/>
              <a:gd name="connsiteX2" fmla="*/ 374996 w 436374"/>
              <a:gd name="connsiteY2" fmla="*/ 283869 h 374342"/>
              <a:gd name="connsiteX3" fmla="*/ 13932 w 436374"/>
              <a:gd name="connsiteY3" fmla="*/ 374342 h 374342"/>
              <a:gd name="connsiteX4" fmla="*/ 0 w 436374"/>
              <a:gd name="connsiteY4" fmla="*/ 374327 h 374342"/>
              <a:gd name="connsiteX5" fmla="*/ 0 w 436374"/>
              <a:gd name="connsiteY5" fmla="*/ 0 h 37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374" h="374342">
                <a:moveTo>
                  <a:pt x="0" y="0"/>
                </a:moveTo>
                <a:lnTo>
                  <a:pt x="436374" y="250787"/>
                </a:lnTo>
                <a:lnTo>
                  <a:pt x="374996" y="283869"/>
                </a:lnTo>
                <a:cubicBezTo>
                  <a:pt x="259027" y="338977"/>
                  <a:pt x="136341" y="368563"/>
                  <a:pt x="13932" y="374342"/>
                </a:cubicBezTo>
                <a:lnTo>
                  <a:pt x="0" y="37432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66A68E50-DEFE-991E-44BE-EFD87E311F4F}"/>
              </a:ext>
            </a:extLst>
          </p:cNvPr>
          <p:cNvSpPr/>
          <p:nvPr/>
        </p:nvSpPr>
        <p:spPr>
          <a:xfrm>
            <a:off x="1977013" y="4863741"/>
            <a:ext cx="22490" cy="25019"/>
          </a:xfrm>
          <a:custGeom>
            <a:avLst/>
            <a:gdLst>
              <a:gd name="connsiteX0" fmla="*/ 22490 w 22490"/>
              <a:gd name="connsiteY0" fmla="*/ 0 h 25019"/>
              <a:gd name="connsiteX1" fmla="*/ 22440 w 22490"/>
              <a:gd name="connsiteY1" fmla="*/ 25019 h 25019"/>
              <a:gd name="connsiteX2" fmla="*/ 0 w 22490"/>
              <a:gd name="connsiteY2" fmla="*/ 12123 h 25019"/>
              <a:gd name="connsiteX3" fmla="*/ 22490 w 22490"/>
              <a:gd name="connsiteY3" fmla="*/ 0 h 2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0" h="25019">
                <a:moveTo>
                  <a:pt x="22490" y="0"/>
                </a:moveTo>
                <a:lnTo>
                  <a:pt x="22440" y="25019"/>
                </a:lnTo>
                <a:lnTo>
                  <a:pt x="0" y="12123"/>
                </a:lnTo>
                <a:lnTo>
                  <a:pt x="2249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226F8F23-F333-796E-7A0B-6FC2637B4B69}"/>
              </a:ext>
            </a:extLst>
          </p:cNvPr>
          <p:cNvSpPr/>
          <p:nvPr/>
        </p:nvSpPr>
        <p:spPr>
          <a:xfrm>
            <a:off x="1540639" y="3244429"/>
            <a:ext cx="462078" cy="1631435"/>
          </a:xfrm>
          <a:custGeom>
            <a:avLst/>
            <a:gdLst>
              <a:gd name="connsiteX0" fmla="*/ 462078 w 462078"/>
              <a:gd name="connsiteY0" fmla="*/ 0 h 1631435"/>
              <a:gd name="connsiteX1" fmla="*/ 458864 w 462078"/>
              <a:gd name="connsiteY1" fmla="*/ 1619312 h 1631435"/>
              <a:gd name="connsiteX2" fmla="*/ 436374 w 462078"/>
              <a:gd name="connsiteY2" fmla="*/ 1631435 h 1631435"/>
              <a:gd name="connsiteX3" fmla="*/ 0 w 462078"/>
              <a:gd name="connsiteY3" fmla="*/ 1380648 h 1631435"/>
              <a:gd name="connsiteX4" fmla="*/ 0 w 462078"/>
              <a:gd name="connsiteY4" fmla="*/ 266781 h 1631435"/>
              <a:gd name="connsiteX5" fmla="*/ 462078 w 462078"/>
              <a:gd name="connsiteY5" fmla="*/ 0 h 163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078" h="1631435">
                <a:moveTo>
                  <a:pt x="462078" y="0"/>
                </a:moveTo>
                <a:lnTo>
                  <a:pt x="458864" y="1619312"/>
                </a:lnTo>
                <a:lnTo>
                  <a:pt x="436374" y="1631435"/>
                </a:lnTo>
                <a:lnTo>
                  <a:pt x="0" y="1380648"/>
                </a:lnTo>
                <a:lnTo>
                  <a:pt x="0" y="266781"/>
                </a:lnTo>
                <a:lnTo>
                  <a:pt x="462078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FE0C14EE-BA1E-3088-E198-618809B1EE29}"/>
              </a:ext>
            </a:extLst>
          </p:cNvPr>
          <p:cNvSpPr/>
          <p:nvPr/>
        </p:nvSpPr>
        <p:spPr>
          <a:xfrm>
            <a:off x="1540639" y="4775832"/>
            <a:ext cx="454022" cy="374591"/>
          </a:xfrm>
          <a:custGeom>
            <a:avLst/>
            <a:gdLst>
              <a:gd name="connsiteX0" fmla="*/ 0 w 454022"/>
              <a:gd name="connsiteY0" fmla="*/ 0 h 374591"/>
              <a:gd name="connsiteX1" fmla="*/ 54093 w 454022"/>
              <a:gd name="connsiteY1" fmla="*/ 60 h 374591"/>
              <a:gd name="connsiteX2" fmla="*/ 406515 w 454022"/>
              <a:gd name="connsiteY2" fmla="*/ 86522 h 374591"/>
              <a:gd name="connsiteX3" fmla="*/ 454022 w 454022"/>
              <a:gd name="connsiteY3" fmla="*/ 111258 h 374591"/>
              <a:gd name="connsiteX4" fmla="*/ 0 w 454022"/>
              <a:gd name="connsiteY4" fmla="*/ 374591 h 374591"/>
              <a:gd name="connsiteX5" fmla="*/ 0 w 454022"/>
              <a:gd name="connsiteY5" fmla="*/ 0 h 37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4022" h="374591">
                <a:moveTo>
                  <a:pt x="0" y="0"/>
                </a:moveTo>
                <a:lnTo>
                  <a:pt x="54093" y="60"/>
                </a:lnTo>
                <a:cubicBezTo>
                  <a:pt x="175925" y="6076"/>
                  <a:pt x="295731" y="35469"/>
                  <a:pt x="406515" y="86522"/>
                </a:cubicBezTo>
                <a:lnTo>
                  <a:pt x="454022" y="111258"/>
                </a:lnTo>
                <a:lnTo>
                  <a:pt x="0" y="374591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D7D982BE-AF7B-61AD-C75C-297B714D7376}"/>
              </a:ext>
            </a:extLst>
          </p:cNvPr>
          <p:cNvSpPr/>
          <p:nvPr/>
        </p:nvSpPr>
        <p:spPr>
          <a:xfrm>
            <a:off x="1994661" y="4885933"/>
            <a:ext cx="1994" cy="2195"/>
          </a:xfrm>
          <a:custGeom>
            <a:avLst/>
            <a:gdLst>
              <a:gd name="connsiteX0" fmla="*/ 1994 w 1994"/>
              <a:gd name="connsiteY0" fmla="*/ 0 h 2195"/>
              <a:gd name="connsiteX1" fmla="*/ 1994 w 1994"/>
              <a:gd name="connsiteY1" fmla="*/ 2195 h 2195"/>
              <a:gd name="connsiteX2" fmla="*/ 0 w 1994"/>
              <a:gd name="connsiteY2" fmla="*/ 1157 h 2195"/>
              <a:gd name="connsiteX3" fmla="*/ 1994 w 1994"/>
              <a:gd name="connsiteY3" fmla="*/ 0 h 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" h="2195">
                <a:moveTo>
                  <a:pt x="1994" y="0"/>
                </a:moveTo>
                <a:lnTo>
                  <a:pt x="1994" y="2195"/>
                </a:lnTo>
                <a:lnTo>
                  <a:pt x="0" y="1157"/>
                </a:lnTo>
                <a:lnTo>
                  <a:pt x="199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7AD66D75-30D9-F943-307A-2E2E91318B44}"/>
              </a:ext>
            </a:extLst>
          </p:cNvPr>
          <p:cNvSpPr/>
          <p:nvPr/>
        </p:nvSpPr>
        <p:spPr>
          <a:xfrm>
            <a:off x="1996655" y="4888127"/>
            <a:ext cx="502184" cy="975210"/>
          </a:xfrm>
          <a:custGeom>
            <a:avLst/>
            <a:gdLst>
              <a:gd name="connsiteX0" fmla="*/ 0 w 502184"/>
              <a:gd name="connsiteY0" fmla="*/ 0 h 975210"/>
              <a:gd name="connsiteX1" fmla="*/ 31785 w 502184"/>
              <a:gd name="connsiteY1" fmla="*/ 16550 h 975210"/>
              <a:gd name="connsiteX2" fmla="*/ 364513 w 502184"/>
              <a:gd name="connsiteY2" fmla="*/ 344380 h 975210"/>
              <a:gd name="connsiteX3" fmla="*/ 492159 w 502184"/>
              <a:gd name="connsiteY3" fmla="*/ 973583 h 975210"/>
              <a:gd name="connsiteX4" fmla="*/ 491841 w 502184"/>
              <a:gd name="connsiteY4" fmla="*/ 975210 h 975210"/>
              <a:gd name="connsiteX5" fmla="*/ 0 w 502184"/>
              <a:gd name="connsiteY5" fmla="*/ 975210 h 975210"/>
              <a:gd name="connsiteX6" fmla="*/ 0 w 502184"/>
              <a:gd name="connsiteY6" fmla="*/ 0 h 975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184" h="975210">
                <a:moveTo>
                  <a:pt x="0" y="0"/>
                </a:moveTo>
                <a:lnTo>
                  <a:pt x="31785" y="16550"/>
                </a:lnTo>
                <a:cubicBezTo>
                  <a:pt x="164079" y="93770"/>
                  <a:pt x="279543" y="204164"/>
                  <a:pt x="364513" y="344380"/>
                </a:cubicBezTo>
                <a:cubicBezTo>
                  <a:pt x="483471" y="540683"/>
                  <a:pt x="522954" y="762914"/>
                  <a:pt x="492159" y="973583"/>
                </a:cubicBezTo>
                <a:lnTo>
                  <a:pt x="491841" y="975210"/>
                </a:lnTo>
                <a:lnTo>
                  <a:pt x="0" y="97521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85C73E8-96C5-7E8E-78CE-9F8696692A01}"/>
              </a:ext>
            </a:extLst>
          </p:cNvPr>
          <p:cNvSpPr/>
          <p:nvPr/>
        </p:nvSpPr>
        <p:spPr>
          <a:xfrm>
            <a:off x="1540639" y="4887089"/>
            <a:ext cx="456016" cy="976248"/>
          </a:xfrm>
          <a:custGeom>
            <a:avLst/>
            <a:gdLst>
              <a:gd name="connsiteX0" fmla="*/ 454022 w 456016"/>
              <a:gd name="connsiteY0" fmla="*/ 0 h 976248"/>
              <a:gd name="connsiteX1" fmla="*/ 456016 w 456016"/>
              <a:gd name="connsiteY1" fmla="*/ 1038 h 976248"/>
              <a:gd name="connsiteX2" fmla="*/ 456016 w 456016"/>
              <a:gd name="connsiteY2" fmla="*/ 976248 h 976248"/>
              <a:gd name="connsiteX3" fmla="*/ 0 w 456016"/>
              <a:gd name="connsiteY3" fmla="*/ 976248 h 976248"/>
              <a:gd name="connsiteX4" fmla="*/ 0 w 456016"/>
              <a:gd name="connsiteY4" fmla="*/ 263333 h 976248"/>
              <a:gd name="connsiteX5" fmla="*/ 454022 w 456016"/>
              <a:gd name="connsiteY5" fmla="*/ 0 h 97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016" h="976248">
                <a:moveTo>
                  <a:pt x="454022" y="0"/>
                </a:moveTo>
                <a:lnTo>
                  <a:pt x="456016" y="1038"/>
                </a:lnTo>
                <a:lnTo>
                  <a:pt x="456016" y="976248"/>
                </a:lnTo>
                <a:lnTo>
                  <a:pt x="0" y="976248"/>
                </a:lnTo>
                <a:lnTo>
                  <a:pt x="0" y="263333"/>
                </a:lnTo>
                <a:lnTo>
                  <a:pt x="45402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C678E84-316A-5CAF-0D35-BA33454E89AE}"/>
              </a:ext>
            </a:extLst>
          </p:cNvPr>
          <p:cNvSpPr/>
          <p:nvPr/>
        </p:nvSpPr>
        <p:spPr>
          <a:xfrm>
            <a:off x="1540640" y="4050539"/>
            <a:ext cx="461161" cy="1628396"/>
          </a:xfrm>
          <a:custGeom>
            <a:avLst/>
            <a:gdLst>
              <a:gd name="connsiteX0" fmla="*/ 0 w 461161"/>
              <a:gd name="connsiteY0" fmla="*/ 0 h 1628396"/>
              <a:gd name="connsiteX1" fmla="*/ 68010 w 461161"/>
              <a:gd name="connsiteY1" fmla="*/ 44272 h 1628396"/>
              <a:gd name="connsiteX2" fmla="*/ 323490 w 461161"/>
              <a:gd name="connsiteY2" fmla="*/ 321816 h 1628396"/>
              <a:gd name="connsiteX3" fmla="*/ 3388 w 461161"/>
              <a:gd name="connsiteY3" fmla="*/ 1626570 h 1628396"/>
              <a:gd name="connsiteX4" fmla="*/ 0 w 461161"/>
              <a:gd name="connsiteY4" fmla="*/ 1628396 h 1628396"/>
              <a:gd name="connsiteX5" fmla="*/ 0 w 461161"/>
              <a:gd name="connsiteY5" fmla="*/ 1098472 h 1628396"/>
              <a:gd name="connsiteX6" fmla="*/ 449729 w 461161"/>
              <a:gd name="connsiteY6" fmla="*/ 837916 h 1628396"/>
              <a:gd name="connsiteX7" fmla="*/ 0 w 461161"/>
              <a:gd name="connsiteY7" fmla="*/ 580355 h 1628396"/>
              <a:gd name="connsiteX8" fmla="*/ 0 w 461161"/>
              <a:gd name="connsiteY8" fmla="*/ 0 h 162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161" h="1628396">
                <a:moveTo>
                  <a:pt x="0" y="0"/>
                </a:moveTo>
                <a:lnTo>
                  <a:pt x="68010" y="44272"/>
                </a:lnTo>
                <a:cubicBezTo>
                  <a:pt x="168022" y="116557"/>
                  <a:pt x="255514" y="209643"/>
                  <a:pt x="323490" y="321816"/>
                </a:cubicBezTo>
                <a:cubicBezTo>
                  <a:pt x="595394" y="770507"/>
                  <a:pt x="452079" y="1354666"/>
                  <a:pt x="3388" y="1626570"/>
                </a:cubicBezTo>
                <a:lnTo>
                  <a:pt x="0" y="1628396"/>
                </a:lnTo>
                <a:lnTo>
                  <a:pt x="0" y="1098472"/>
                </a:lnTo>
                <a:lnTo>
                  <a:pt x="449729" y="837916"/>
                </a:lnTo>
                <a:lnTo>
                  <a:pt x="0" y="580355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B82DADEB-643F-0F5F-0F1E-F3E8A98AFBA3}"/>
              </a:ext>
            </a:extLst>
          </p:cNvPr>
          <p:cNvSpPr/>
          <p:nvPr/>
        </p:nvSpPr>
        <p:spPr>
          <a:xfrm>
            <a:off x="1540640" y="4630895"/>
            <a:ext cx="449729" cy="518117"/>
          </a:xfrm>
          <a:custGeom>
            <a:avLst/>
            <a:gdLst>
              <a:gd name="connsiteX0" fmla="*/ 0 w 449729"/>
              <a:gd name="connsiteY0" fmla="*/ 0 h 518117"/>
              <a:gd name="connsiteX1" fmla="*/ 449729 w 449729"/>
              <a:gd name="connsiteY1" fmla="*/ 257561 h 518117"/>
              <a:gd name="connsiteX2" fmla="*/ 0 w 449729"/>
              <a:gd name="connsiteY2" fmla="*/ 518117 h 518117"/>
              <a:gd name="connsiteX3" fmla="*/ 0 w 449729"/>
              <a:gd name="connsiteY3" fmla="*/ 0 h 51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729" h="518117">
                <a:moveTo>
                  <a:pt x="0" y="0"/>
                </a:moveTo>
                <a:lnTo>
                  <a:pt x="449729" y="257561"/>
                </a:lnTo>
                <a:lnTo>
                  <a:pt x="0" y="51811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5095D0BD-2BFC-2427-B577-3EEDB0F1F0AD}"/>
              </a:ext>
            </a:extLst>
          </p:cNvPr>
          <p:cNvSpPr/>
          <p:nvPr/>
        </p:nvSpPr>
        <p:spPr>
          <a:xfrm>
            <a:off x="4876059" y="1471976"/>
            <a:ext cx="1155300" cy="1080973"/>
          </a:xfrm>
          <a:custGeom>
            <a:avLst/>
            <a:gdLst>
              <a:gd name="connsiteX0" fmla="*/ 9441 w 1155300"/>
              <a:gd name="connsiteY0" fmla="*/ 0 h 1080973"/>
              <a:gd name="connsiteX1" fmla="*/ 274641 w 1155300"/>
              <a:gd name="connsiteY1" fmla="*/ 0 h 1080973"/>
              <a:gd name="connsiteX2" fmla="*/ 14972 w 1155300"/>
              <a:gd name="connsiteY2" fmla="*/ 149920 h 1080973"/>
              <a:gd name="connsiteX3" fmla="*/ 1155300 w 1155300"/>
              <a:gd name="connsiteY3" fmla="*/ 805274 h 1080973"/>
              <a:gd name="connsiteX4" fmla="*/ 1155300 w 1155300"/>
              <a:gd name="connsiteY4" fmla="*/ 1057776 h 1080973"/>
              <a:gd name="connsiteX5" fmla="*/ 1087503 w 1155300"/>
              <a:gd name="connsiteY5" fmla="*/ 1071093 h 1080973"/>
              <a:gd name="connsiteX6" fmla="*/ 137672 w 1155300"/>
              <a:gd name="connsiteY6" fmla="*/ 623200 h 1080973"/>
              <a:gd name="connsiteX7" fmla="*/ 1158 w 1155300"/>
              <a:gd name="connsiteY7" fmla="*/ 84882 h 1080973"/>
              <a:gd name="connsiteX8" fmla="*/ 9441 w 1155300"/>
              <a:gd name="connsiteY8" fmla="*/ 0 h 108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5300" h="1080973">
                <a:moveTo>
                  <a:pt x="9441" y="0"/>
                </a:moveTo>
                <a:lnTo>
                  <a:pt x="274641" y="0"/>
                </a:lnTo>
                <a:lnTo>
                  <a:pt x="14972" y="149920"/>
                </a:lnTo>
                <a:lnTo>
                  <a:pt x="1155300" y="805274"/>
                </a:lnTo>
                <a:lnTo>
                  <a:pt x="1155300" y="1057776"/>
                </a:lnTo>
                <a:lnTo>
                  <a:pt x="1087503" y="1071093"/>
                </a:lnTo>
                <a:cubicBezTo>
                  <a:pt x="721172" y="1124463"/>
                  <a:pt x="341600" y="959718"/>
                  <a:pt x="137672" y="623200"/>
                </a:cubicBezTo>
                <a:cubicBezTo>
                  <a:pt x="35708" y="454941"/>
                  <a:pt x="-7866" y="267632"/>
                  <a:pt x="1158" y="84882"/>
                </a:cubicBezTo>
                <a:lnTo>
                  <a:pt x="944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D4B6D9DD-216F-F69E-F337-F0E8F89E2D0D}"/>
              </a:ext>
            </a:extLst>
          </p:cNvPr>
          <p:cNvSpPr/>
          <p:nvPr/>
        </p:nvSpPr>
        <p:spPr>
          <a:xfrm>
            <a:off x="4891031" y="1471975"/>
            <a:ext cx="1140328" cy="805274"/>
          </a:xfrm>
          <a:custGeom>
            <a:avLst/>
            <a:gdLst>
              <a:gd name="connsiteX0" fmla="*/ 259669 w 1140328"/>
              <a:gd name="connsiteY0" fmla="*/ 0 h 805274"/>
              <a:gd name="connsiteX1" fmla="*/ 1140328 w 1140328"/>
              <a:gd name="connsiteY1" fmla="*/ 0 h 805274"/>
              <a:gd name="connsiteX2" fmla="*/ 1140328 w 1140328"/>
              <a:gd name="connsiteY2" fmla="*/ 805274 h 805274"/>
              <a:gd name="connsiteX3" fmla="*/ 0 w 1140328"/>
              <a:gd name="connsiteY3" fmla="*/ 149920 h 805274"/>
              <a:gd name="connsiteX4" fmla="*/ 259669 w 1140328"/>
              <a:gd name="connsiteY4" fmla="*/ 0 h 80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0328" h="805274">
                <a:moveTo>
                  <a:pt x="259669" y="0"/>
                </a:moveTo>
                <a:lnTo>
                  <a:pt x="1140328" y="0"/>
                </a:lnTo>
                <a:lnTo>
                  <a:pt x="1140328" y="805274"/>
                </a:lnTo>
                <a:lnTo>
                  <a:pt x="0" y="149920"/>
                </a:lnTo>
                <a:lnTo>
                  <a:pt x="25966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F6C0CB77-3700-D768-358C-FB612F709183}"/>
              </a:ext>
            </a:extLst>
          </p:cNvPr>
          <p:cNvSpPr/>
          <p:nvPr/>
        </p:nvSpPr>
        <p:spPr>
          <a:xfrm>
            <a:off x="1551904" y="1465092"/>
            <a:ext cx="946392" cy="1898033"/>
          </a:xfrm>
          <a:custGeom>
            <a:avLst/>
            <a:gdLst>
              <a:gd name="connsiteX0" fmla="*/ 0 w 946392"/>
              <a:gd name="connsiteY0" fmla="*/ 0 h 1898033"/>
              <a:gd name="connsiteX1" fmla="*/ 42285 w 946392"/>
              <a:gd name="connsiteY1" fmla="*/ 47 h 1898033"/>
              <a:gd name="connsiteX2" fmla="*/ 808721 w 946392"/>
              <a:gd name="connsiteY2" fmla="*/ 456663 h 1898033"/>
              <a:gd name="connsiteX3" fmla="*/ 488619 w 946392"/>
              <a:gd name="connsiteY3" fmla="*/ 1761417 h 1898033"/>
              <a:gd name="connsiteX4" fmla="*/ 41947 w 946392"/>
              <a:gd name="connsiteY4" fmla="*/ 1898033 h 1898033"/>
              <a:gd name="connsiteX5" fmla="*/ 0 w 946392"/>
              <a:gd name="connsiteY5" fmla="*/ 1897986 h 1898033"/>
              <a:gd name="connsiteX6" fmla="*/ 0 w 946392"/>
              <a:gd name="connsiteY6" fmla="*/ 1510354 h 1898033"/>
              <a:gd name="connsiteX7" fmla="*/ 452583 w 946392"/>
              <a:gd name="connsiteY7" fmla="*/ 1769378 h 1898033"/>
              <a:gd name="connsiteX8" fmla="*/ 452898 w 946392"/>
              <a:gd name="connsiteY8" fmla="*/ 125044 h 1898033"/>
              <a:gd name="connsiteX9" fmla="*/ 0 w 946392"/>
              <a:gd name="connsiteY9" fmla="*/ 387609 h 1898033"/>
              <a:gd name="connsiteX10" fmla="*/ 0 w 946392"/>
              <a:gd name="connsiteY10" fmla="*/ 0 h 189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392" h="1898033">
                <a:moveTo>
                  <a:pt x="0" y="0"/>
                </a:moveTo>
                <a:lnTo>
                  <a:pt x="42285" y="47"/>
                </a:lnTo>
                <a:cubicBezTo>
                  <a:pt x="346866" y="15087"/>
                  <a:pt x="638781" y="176231"/>
                  <a:pt x="808721" y="456663"/>
                </a:cubicBezTo>
                <a:cubicBezTo>
                  <a:pt x="1080625" y="905354"/>
                  <a:pt x="937310" y="1489513"/>
                  <a:pt x="488619" y="1761417"/>
                </a:cubicBezTo>
                <a:cubicBezTo>
                  <a:pt x="348403" y="1846387"/>
                  <a:pt x="194958" y="1890808"/>
                  <a:pt x="41947" y="1898033"/>
                </a:cubicBezTo>
                <a:lnTo>
                  <a:pt x="0" y="1897986"/>
                </a:lnTo>
                <a:lnTo>
                  <a:pt x="0" y="1510354"/>
                </a:lnTo>
                <a:lnTo>
                  <a:pt x="452583" y="1769378"/>
                </a:lnTo>
                <a:lnTo>
                  <a:pt x="452898" y="125044"/>
                </a:lnTo>
                <a:lnTo>
                  <a:pt x="0" y="387609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8932C04A-D8FF-1CA1-E4F3-F4CA686AF699}"/>
              </a:ext>
            </a:extLst>
          </p:cNvPr>
          <p:cNvSpPr/>
          <p:nvPr/>
        </p:nvSpPr>
        <p:spPr>
          <a:xfrm>
            <a:off x="1540639" y="1600453"/>
            <a:ext cx="452898" cy="1644334"/>
          </a:xfrm>
          <a:custGeom>
            <a:avLst/>
            <a:gdLst>
              <a:gd name="connsiteX0" fmla="*/ 452898 w 452898"/>
              <a:gd name="connsiteY0" fmla="*/ 0 h 1644334"/>
              <a:gd name="connsiteX1" fmla="*/ 452583 w 452898"/>
              <a:gd name="connsiteY1" fmla="*/ 1644334 h 1644334"/>
              <a:gd name="connsiteX2" fmla="*/ 0 w 452898"/>
              <a:gd name="connsiteY2" fmla="*/ 1385310 h 1644334"/>
              <a:gd name="connsiteX3" fmla="*/ 0 w 452898"/>
              <a:gd name="connsiteY3" fmla="*/ 262565 h 1644334"/>
              <a:gd name="connsiteX4" fmla="*/ 452898 w 452898"/>
              <a:gd name="connsiteY4" fmla="*/ 0 h 164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898" h="1644334">
                <a:moveTo>
                  <a:pt x="452898" y="0"/>
                </a:moveTo>
                <a:lnTo>
                  <a:pt x="452583" y="1644334"/>
                </a:lnTo>
                <a:lnTo>
                  <a:pt x="0" y="1385310"/>
                </a:lnTo>
                <a:lnTo>
                  <a:pt x="0" y="262565"/>
                </a:lnTo>
                <a:lnTo>
                  <a:pt x="452898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31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2BDE-7433-19DC-91F9-1FE032FA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06942F1B-CCE9-43E1-A328-9A2FC714E27C}"/>
              </a:ext>
            </a:extLst>
          </p:cNvPr>
          <p:cNvSpPr/>
          <p:nvPr/>
        </p:nvSpPr>
        <p:spPr>
          <a:xfrm>
            <a:off x="2966720" y="2306320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E25396-0271-EAE6-546B-8942257B656A}"/>
              </a:ext>
            </a:extLst>
          </p:cNvPr>
          <p:cNvSpPr/>
          <p:nvPr/>
        </p:nvSpPr>
        <p:spPr>
          <a:xfrm>
            <a:off x="1540639" y="1471975"/>
            <a:ext cx="4490720" cy="43913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8A6B2B05-D23C-757C-1009-1968D88B8F6D}"/>
              </a:ext>
            </a:extLst>
          </p:cNvPr>
          <p:cNvSpPr/>
          <p:nvPr/>
        </p:nvSpPr>
        <p:spPr>
          <a:xfrm rot="5400000">
            <a:off x="3320288" y="2545080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FC6DF7FB-91CA-C465-F1CE-A578BF905443}"/>
              </a:ext>
            </a:extLst>
          </p:cNvPr>
          <p:cNvSpPr/>
          <p:nvPr/>
        </p:nvSpPr>
        <p:spPr>
          <a:xfrm rot="8993835">
            <a:off x="2241313" y="2750190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5984920-9E59-27F1-8C51-22F1E1DE1F1E}"/>
              </a:ext>
            </a:extLst>
          </p:cNvPr>
          <p:cNvSpPr/>
          <p:nvPr/>
        </p:nvSpPr>
        <p:spPr>
          <a:xfrm rot="3527064">
            <a:off x="2016759" y="2306320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378A6C28-ACDD-670B-B495-58BC54719A59}"/>
              </a:ext>
            </a:extLst>
          </p:cNvPr>
          <p:cNvSpPr/>
          <p:nvPr/>
        </p:nvSpPr>
        <p:spPr>
          <a:xfrm rot="9000000">
            <a:off x="3672946" y="3592538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6B0A900-23B2-D5B5-582F-659B36E03773}"/>
              </a:ext>
            </a:extLst>
          </p:cNvPr>
          <p:cNvSpPr/>
          <p:nvPr/>
        </p:nvSpPr>
        <p:spPr>
          <a:xfrm rot="3527064">
            <a:off x="3413042" y="3131311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2D313F8-AD78-AF9F-8517-5B636BB43DA2}"/>
              </a:ext>
            </a:extLst>
          </p:cNvPr>
          <p:cNvSpPr/>
          <p:nvPr/>
        </p:nvSpPr>
        <p:spPr>
          <a:xfrm rot="3527064">
            <a:off x="1531339" y="3140665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AE83B049-A64F-87E9-7333-BA29E4615ACB}"/>
              </a:ext>
            </a:extLst>
          </p:cNvPr>
          <p:cNvSpPr/>
          <p:nvPr/>
        </p:nvSpPr>
        <p:spPr>
          <a:xfrm rot="12607077">
            <a:off x="1528446" y="3586344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A2B4E0A9-6E83-F42E-8AA5-300452E546B3}"/>
              </a:ext>
            </a:extLst>
          </p:cNvPr>
          <p:cNvSpPr/>
          <p:nvPr/>
        </p:nvSpPr>
        <p:spPr>
          <a:xfrm rot="12587992">
            <a:off x="2961007" y="4435347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6AD8C94-5493-D856-EDA1-96824D99EBED}"/>
              </a:ext>
            </a:extLst>
          </p:cNvPr>
          <p:cNvSpPr/>
          <p:nvPr/>
        </p:nvSpPr>
        <p:spPr>
          <a:xfrm rot="3527064">
            <a:off x="2966719" y="3965656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5AF1A101-21F0-F398-7834-E3D5C45F570D}"/>
              </a:ext>
            </a:extLst>
          </p:cNvPr>
          <p:cNvSpPr/>
          <p:nvPr/>
        </p:nvSpPr>
        <p:spPr>
          <a:xfrm rot="16200000">
            <a:off x="1892351" y="4197622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BDC3636-5668-B227-D834-5D452CFD1C5F}"/>
              </a:ext>
            </a:extLst>
          </p:cNvPr>
          <p:cNvSpPr/>
          <p:nvPr/>
        </p:nvSpPr>
        <p:spPr>
          <a:xfrm rot="3527064">
            <a:off x="2030668" y="3972771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47AC7854-541B-4D89-778D-2FC25DB02810}"/>
              </a:ext>
            </a:extLst>
          </p:cNvPr>
          <p:cNvSpPr/>
          <p:nvPr/>
        </p:nvSpPr>
        <p:spPr>
          <a:xfrm rot="16200000">
            <a:off x="3334862" y="1729778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C493769-62FE-8D0E-0387-81D7BA12CAC9}"/>
              </a:ext>
            </a:extLst>
          </p:cNvPr>
          <p:cNvSpPr/>
          <p:nvPr/>
        </p:nvSpPr>
        <p:spPr>
          <a:xfrm rot="3527064">
            <a:off x="3433311" y="1504624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4D15EDA-35A7-BCE7-15AC-17B3798DA164}"/>
              </a:ext>
            </a:extLst>
          </p:cNvPr>
          <p:cNvSpPr/>
          <p:nvPr/>
        </p:nvSpPr>
        <p:spPr>
          <a:xfrm>
            <a:off x="4866857" y="3151746"/>
            <a:ext cx="1164503" cy="806320"/>
          </a:xfrm>
          <a:custGeom>
            <a:avLst/>
            <a:gdLst>
              <a:gd name="connsiteX0" fmla="*/ 433911 w 1164503"/>
              <a:gd name="connsiteY0" fmla="*/ 1056 h 806320"/>
              <a:gd name="connsiteX1" fmla="*/ 1109065 w 1164503"/>
              <a:gd name="connsiteY1" fmla="*/ 238317 h 806320"/>
              <a:gd name="connsiteX2" fmla="*/ 1164503 w 1164503"/>
              <a:gd name="connsiteY2" fmla="*/ 292538 h 806320"/>
              <a:gd name="connsiteX3" fmla="*/ 1164503 w 1164503"/>
              <a:gd name="connsiteY3" fmla="*/ 806320 h 806320"/>
              <a:gd name="connsiteX4" fmla="*/ 0 w 1164503"/>
              <a:gd name="connsiteY4" fmla="*/ 130794 h 806320"/>
              <a:gd name="connsiteX5" fmla="*/ 72847 w 1164503"/>
              <a:gd name="connsiteY5" fmla="*/ 91529 h 806320"/>
              <a:gd name="connsiteX6" fmla="*/ 433911 w 1164503"/>
              <a:gd name="connsiteY6" fmla="*/ 1056 h 80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4503" h="806320">
                <a:moveTo>
                  <a:pt x="433911" y="1056"/>
                </a:moveTo>
                <a:cubicBezTo>
                  <a:pt x="678729" y="-10503"/>
                  <a:pt x="922436" y="73160"/>
                  <a:pt x="1109065" y="238317"/>
                </a:cubicBezTo>
                <a:lnTo>
                  <a:pt x="1164503" y="292538"/>
                </a:lnTo>
                <a:lnTo>
                  <a:pt x="1164503" y="806320"/>
                </a:lnTo>
                <a:lnTo>
                  <a:pt x="0" y="130794"/>
                </a:lnTo>
                <a:lnTo>
                  <a:pt x="72847" y="91529"/>
                </a:lnTo>
                <a:cubicBezTo>
                  <a:pt x="188816" y="36421"/>
                  <a:pt x="311503" y="6836"/>
                  <a:pt x="433911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EDC5330-12B5-2DF6-34AE-91980E9BD462}"/>
              </a:ext>
            </a:extLst>
          </p:cNvPr>
          <p:cNvSpPr/>
          <p:nvPr/>
        </p:nvSpPr>
        <p:spPr>
          <a:xfrm>
            <a:off x="4861814" y="3279616"/>
            <a:ext cx="5042" cy="5643"/>
          </a:xfrm>
          <a:custGeom>
            <a:avLst/>
            <a:gdLst>
              <a:gd name="connsiteX0" fmla="*/ 0 w 5042"/>
              <a:gd name="connsiteY0" fmla="*/ 0 h 5643"/>
              <a:gd name="connsiteX1" fmla="*/ 5042 w 5042"/>
              <a:gd name="connsiteY1" fmla="*/ 2925 h 5643"/>
              <a:gd name="connsiteX2" fmla="*/ 0 w 5042"/>
              <a:gd name="connsiteY2" fmla="*/ 5643 h 5643"/>
              <a:gd name="connsiteX3" fmla="*/ 0 w 5042"/>
              <a:gd name="connsiteY3" fmla="*/ 0 h 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" h="5643">
                <a:moveTo>
                  <a:pt x="0" y="0"/>
                </a:moveTo>
                <a:lnTo>
                  <a:pt x="5042" y="2925"/>
                </a:lnTo>
                <a:lnTo>
                  <a:pt x="0" y="5643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52AA58B-DA2B-7865-DB7B-B3C2955AAC1F}"/>
              </a:ext>
            </a:extLst>
          </p:cNvPr>
          <p:cNvSpPr/>
          <p:nvPr/>
        </p:nvSpPr>
        <p:spPr>
          <a:xfrm>
            <a:off x="4396322" y="3285259"/>
            <a:ext cx="465493" cy="1633471"/>
          </a:xfrm>
          <a:custGeom>
            <a:avLst/>
            <a:gdLst>
              <a:gd name="connsiteX0" fmla="*/ 465493 w 465493"/>
              <a:gd name="connsiteY0" fmla="*/ 0 h 1633471"/>
              <a:gd name="connsiteX1" fmla="*/ 465373 w 465493"/>
              <a:gd name="connsiteY1" fmla="*/ 1633471 h 1633471"/>
              <a:gd name="connsiteX2" fmla="*/ 393152 w 465493"/>
              <a:gd name="connsiteY2" fmla="*/ 1586458 h 1633471"/>
              <a:gd name="connsiteX3" fmla="*/ 137672 w 465493"/>
              <a:gd name="connsiteY3" fmla="*/ 1308914 h 1633471"/>
              <a:gd name="connsiteX4" fmla="*/ 457774 w 465493"/>
              <a:gd name="connsiteY4" fmla="*/ 4160 h 1633471"/>
              <a:gd name="connsiteX5" fmla="*/ 465493 w 465493"/>
              <a:gd name="connsiteY5" fmla="*/ 0 h 1633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493" h="1633471">
                <a:moveTo>
                  <a:pt x="465493" y="0"/>
                </a:moveTo>
                <a:lnTo>
                  <a:pt x="465373" y="1633471"/>
                </a:lnTo>
                <a:lnTo>
                  <a:pt x="393152" y="1586458"/>
                </a:lnTo>
                <a:cubicBezTo>
                  <a:pt x="293140" y="1514174"/>
                  <a:pt x="205648" y="1421087"/>
                  <a:pt x="137672" y="1308914"/>
                </a:cubicBezTo>
                <a:cubicBezTo>
                  <a:pt x="-134232" y="860223"/>
                  <a:pt x="9083" y="276064"/>
                  <a:pt x="457774" y="4160"/>
                </a:cubicBezTo>
                <a:lnTo>
                  <a:pt x="465493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81CFEED-2CA1-C68B-0698-48E8758607F5}"/>
              </a:ext>
            </a:extLst>
          </p:cNvPr>
          <p:cNvSpPr/>
          <p:nvPr/>
        </p:nvSpPr>
        <p:spPr>
          <a:xfrm>
            <a:off x="4865963" y="4254935"/>
            <a:ext cx="1165397" cy="797011"/>
          </a:xfrm>
          <a:custGeom>
            <a:avLst/>
            <a:gdLst>
              <a:gd name="connsiteX0" fmla="*/ 1165397 w 1165397"/>
              <a:gd name="connsiteY0" fmla="*/ 0 h 797011"/>
              <a:gd name="connsiteX1" fmla="*/ 1165397 w 1165397"/>
              <a:gd name="connsiteY1" fmla="*/ 503860 h 797011"/>
              <a:gd name="connsiteX2" fmla="*/ 1126515 w 1165397"/>
              <a:gd name="connsiteY2" fmla="*/ 543614 h 797011"/>
              <a:gd name="connsiteX3" fmla="*/ 972785 w 1165397"/>
              <a:gd name="connsiteY3" fmla="*/ 659340 h 797011"/>
              <a:gd name="connsiteX4" fmla="*/ 759 w 1165397"/>
              <a:gd name="connsiteY4" fmla="*/ 667068 h 797011"/>
              <a:gd name="connsiteX5" fmla="*/ 0 w 1165397"/>
              <a:gd name="connsiteY5" fmla="*/ 666574 h 797011"/>
              <a:gd name="connsiteX6" fmla="*/ 1165397 w 1165397"/>
              <a:gd name="connsiteY6" fmla="*/ 0 h 79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5397" h="797011">
                <a:moveTo>
                  <a:pt x="1165397" y="0"/>
                </a:moveTo>
                <a:lnTo>
                  <a:pt x="1165397" y="503860"/>
                </a:lnTo>
                <a:lnTo>
                  <a:pt x="1126515" y="543614"/>
                </a:lnTo>
                <a:cubicBezTo>
                  <a:pt x="1080187" y="586485"/>
                  <a:pt x="1028872" y="625352"/>
                  <a:pt x="972785" y="659340"/>
                </a:cubicBezTo>
                <a:cubicBezTo>
                  <a:pt x="664310" y="846274"/>
                  <a:pt x="291805" y="836953"/>
                  <a:pt x="759" y="667068"/>
                </a:cubicBezTo>
                <a:lnTo>
                  <a:pt x="0" y="666574"/>
                </a:lnTo>
                <a:lnTo>
                  <a:pt x="116539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1121B771-3479-F7B7-209E-50704F367FEC}"/>
              </a:ext>
            </a:extLst>
          </p:cNvPr>
          <p:cNvSpPr/>
          <p:nvPr/>
        </p:nvSpPr>
        <p:spPr>
          <a:xfrm>
            <a:off x="4861694" y="4918729"/>
            <a:ext cx="4269" cy="5220"/>
          </a:xfrm>
          <a:custGeom>
            <a:avLst/>
            <a:gdLst>
              <a:gd name="connsiteX0" fmla="*/ 1 w 4269"/>
              <a:gd name="connsiteY0" fmla="*/ 0 h 5220"/>
              <a:gd name="connsiteX1" fmla="*/ 4269 w 4269"/>
              <a:gd name="connsiteY1" fmla="*/ 2779 h 5220"/>
              <a:gd name="connsiteX2" fmla="*/ 0 w 4269"/>
              <a:gd name="connsiteY2" fmla="*/ 5220 h 5220"/>
              <a:gd name="connsiteX3" fmla="*/ 1 w 4269"/>
              <a:gd name="connsiteY3" fmla="*/ 0 h 5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9" h="5220">
                <a:moveTo>
                  <a:pt x="1" y="0"/>
                </a:moveTo>
                <a:lnTo>
                  <a:pt x="4269" y="2779"/>
                </a:lnTo>
                <a:lnTo>
                  <a:pt x="0" y="5220"/>
                </a:lnTo>
                <a:lnTo>
                  <a:pt x="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03EA493D-75A4-C5F7-F931-4D647D3948B6}"/>
              </a:ext>
            </a:extLst>
          </p:cNvPr>
          <p:cNvSpPr/>
          <p:nvPr/>
        </p:nvSpPr>
        <p:spPr>
          <a:xfrm>
            <a:off x="4861695" y="3282540"/>
            <a:ext cx="1169665" cy="1638968"/>
          </a:xfrm>
          <a:custGeom>
            <a:avLst/>
            <a:gdLst>
              <a:gd name="connsiteX0" fmla="*/ 5162 w 1169665"/>
              <a:gd name="connsiteY0" fmla="*/ 0 h 1638968"/>
              <a:gd name="connsiteX1" fmla="*/ 1169665 w 1169665"/>
              <a:gd name="connsiteY1" fmla="*/ 675526 h 1638968"/>
              <a:gd name="connsiteX2" fmla="*/ 1169665 w 1169665"/>
              <a:gd name="connsiteY2" fmla="*/ 972394 h 1638968"/>
              <a:gd name="connsiteX3" fmla="*/ 4268 w 1169665"/>
              <a:gd name="connsiteY3" fmla="*/ 1638968 h 1638968"/>
              <a:gd name="connsiteX4" fmla="*/ 0 w 1169665"/>
              <a:gd name="connsiteY4" fmla="*/ 1636189 h 1638968"/>
              <a:gd name="connsiteX5" fmla="*/ 120 w 1169665"/>
              <a:gd name="connsiteY5" fmla="*/ 2718 h 1638968"/>
              <a:gd name="connsiteX6" fmla="*/ 5162 w 1169665"/>
              <a:gd name="connsiteY6" fmla="*/ 0 h 1638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9665" h="1638968">
                <a:moveTo>
                  <a:pt x="5162" y="0"/>
                </a:moveTo>
                <a:lnTo>
                  <a:pt x="1169665" y="675526"/>
                </a:lnTo>
                <a:lnTo>
                  <a:pt x="1169665" y="972394"/>
                </a:lnTo>
                <a:lnTo>
                  <a:pt x="4268" y="1638968"/>
                </a:lnTo>
                <a:lnTo>
                  <a:pt x="0" y="1636189"/>
                </a:lnTo>
                <a:lnTo>
                  <a:pt x="120" y="2718"/>
                </a:lnTo>
                <a:lnTo>
                  <a:pt x="516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FB32D4E-16F8-6E1C-8E3F-F0CCB1E3B808}"/>
              </a:ext>
            </a:extLst>
          </p:cNvPr>
          <p:cNvSpPr/>
          <p:nvPr/>
        </p:nvSpPr>
        <p:spPr>
          <a:xfrm rot="12607077">
            <a:off x="4917005" y="1506643"/>
            <a:ext cx="1324727" cy="482080"/>
          </a:xfrm>
          <a:custGeom>
            <a:avLst/>
            <a:gdLst>
              <a:gd name="connsiteX0" fmla="*/ 1014497 w 1324727"/>
              <a:gd name="connsiteY0" fmla="*/ 329951 h 482080"/>
              <a:gd name="connsiteX1" fmla="*/ 311439 w 1324727"/>
              <a:gd name="connsiteY1" fmla="*/ 463502 h 482080"/>
              <a:gd name="connsiteX2" fmla="*/ 261525 w 1324727"/>
              <a:gd name="connsiteY2" fmla="*/ 450829 h 482080"/>
              <a:gd name="connsiteX3" fmla="*/ 0 w 1324727"/>
              <a:gd name="connsiteY3" fmla="*/ 0 h 482080"/>
              <a:gd name="connsiteX4" fmla="*/ 1324727 w 1324727"/>
              <a:gd name="connsiteY4" fmla="*/ 0 h 482080"/>
              <a:gd name="connsiteX5" fmla="*/ 1281417 w 1324727"/>
              <a:gd name="connsiteY5" fmla="*/ 70517 h 482080"/>
              <a:gd name="connsiteX6" fmla="*/ 1014497 w 1324727"/>
              <a:gd name="connsiteY6" fmla="*/ 329951 h 48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4727" h="482080">
                <a:moveTo>
                  <a:pt x="1014497" y="329951"/>
                </a:moveTo>
                <a:cubicBezTo>
                  <a:pt x="808531" y="462795"/>
                  <a:pt x="555745" y="512714"/>
                  <a:pt x="311439" y="463502"/>
                </a:cubicBezTo>
                <a:lnTo>
                  <a:pt x="261525" y="450829"/>
                </a:lnTo>
                <a:lnTo>
                  <a:pt x="0" y="0"/>
                </a:lnTo>
                <a:lnTo>
                  <a:pt x="1324727" y="0"/>
                </a:lnTo>
                <a:lnTo>
                  <a:pt x="1281417" y="70517"/>
                </a:lnTo>
                <a:cubicBezTo>
                  <a:pt x="1208757" y="176376"/>
                  <a:pt x="1117479" y="263530"/>
                  <a:pt x="1014497" y="32995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31EA8B7-7DBA-BD1C-7692-CBD6A8BBFF64}"/>
              </a:ext>
            </a:extLst>
          </p:cNvPr>
          <p:cNvSpPr/>
          <p:nvPr/>
        </p:nvSpPr>
        <p:spPr>
          <a:xfrm rot="12607077">
            <a:off x="4878819" y="1622028"/>
            <a:ext cx="5829" cy="4881"/>
          </a:xfrm>
          <a:custGeom>
            <a:avLst/>
            <a:gdLst>
              <a:gd name="connsiteX0" fmla="*/ 5829 w 5829"/>
              <a:gd name="connsiteY0" fmla="*/ 4881 h 4881"/>
              <a:gd name="connsiteX1" fmla="*/ 0 w 5829"/>
              <a:gd name="connsiteY1" fmla="*/ 4881 h 4881"/>
              <a:gd name="connsiteX2" fmla="*/ 2998 w 5829"/>
              <a:gd name="connsiteY2" fmla="*/ 0 h 4881"/>
              <a:gd name="connsiteX3" fmla="*/ 5829 w 5829"/>
              <a:gd name="connsiteY3" fmla="*/ 4881 h 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9" h="4881">
                <a:moveTo>
                  <a:pt x="5829" y="4881"/>
                </a:moveTo>
                <a:lnTo>
                  <a:pt x="0" y="4881"/>
                </a:lnTo>
                <a:lnTo>
                  <a:pt x="2998" y="0"/>
                </a:lnTo>
                <a:lnTo>
                  <a:pt x="5829" y="488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EEA1661B-3FE4-7668-2D5D-852F655D3EE1}"/>
              </a:ext>
            </a:extLst>
          </p:cNvPr>
          <p:cNvSpPr/>
          <p:nvPr/>
        </p:nvSpPr>
        <p:spPr>
          <a:xfrm rot="12607077">
            <a:off x="4357579" y="1706361"/>
            <a:ext cx="940749" cy="1413004"/>
          </a:xfrm>
          <a:custGeom>
            <a:avLst/>
            <a:gdLst>
              <a:gd name="connsiteX0" fmla="*/ 819542 w 940749"/>
              <a:gd name="connsiteY0" fmla="*/ 1413004 h 1413004"/>
              <a:gd name="connsiteX1" fmla="*/ 0 w 940749"/>
              <a:gd name="connsiteY1" fmla="*/ 0 h 1413004"/>
              <a:gd name="connsiteX2" fmla="*/ 86060 w 940749"/>
              <a:gd name="connsiteY2" fmla="*/ 4428 h 1413004"/>
              <a:gd name="connsiteX3" fmla="*/ 446316 w 940749"/>
              <a:gd name="connsiteY3" fmla="*/ 116306 h 1413004"/>
              <a:gd name="connsiteX4" fmla="*/ 824131 w 940749"/>
              <a:gd name="connsiteY4" fmla="*/ 1405532 h 1413004"/>
              <a:gd name="connsiteX5" fmla="*/ 819542 w 940749"/>
              <a:gd name="connsiteY5" fmla="*/ 1413004 h 14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0749" h="1413004">
                <a:moveTo>
                  <a:pt x="819542" y="1413004"/>
                </a:moveTo>
                <a:lnTo>
                  <a:pt x="0" y="0"/>
                </a:lnTo>
                <a:lnTo>
                  <a:pt x="86060" y="4428"/>
                </a:lnTo>
                <a:cubicBezTo>
                  <a:pt x="208841" y="16769"/>
                  <a:pt x="331230" y="53387"/>
                  <a:pt x="446316" y="116306"/>
                </a:cubicBezTo>
                <a:cubicBezTo>
                  <a:pt x="906656" y="367985"/>
                  <a:pt x="1075810" y="945192"/>
                  <a:pt x="824131" y="1405532"/>
                </a:cubicBezTo>
                <a:lnTo>
                  <a:pt x="819542" y="1413004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01730590-FA89-2F4F-4638-A1AB5CABF769}"/>
              </a:ext>
            </a:extLst>
          </p:cNvPr>
          <p:cNvSpPr/>
          <p:nvPr/>
        </p:nvSpPr>
        <p:spPr>
          <a:xfrm rot="12607077">
            <a:off x="5109196" y="2427911"/>
            <a:ext cx="919861" cy="1142851"/>
          </a:xfrm>
          <a:custGeom>
            <a:avLst/>
            <a:gdLst>
              <a:gd name="connsiteX0" fmla="*/ 257036 w 919861"/>
              <a:gd name="connsiteY0" fmla="*/ 1142851 h 1142851"/>
              <a:gd name="connsiteX1" fmla="*/ 0 w 919861"/>
              <a:gd name="connsiteY1" fmla="*/ 699759 h 1142851"/>
              <a:gd name="connsiteX2" fmla="*/ 7130 w 919861"/>
              <a:gd name="connsiteY2" fmla="*/ 671675 h 1142851"/>
              <a:gd name="connsiteX3" fmla="*/ 82036 w 919861"/>
              <a:gd name="connsiteY3" fmla="*/ 494434 h 1142851"/>
              <a:gd name="connsiteX4" fmla="*/ 918956 w 919861"/>
              <a:gd name="connsiteY4" fmla="*/ 4 h 1142851"/>
              <a:gd name="connsiteX5" fmla="*/ 919861 w 919861"/>
              <a:gd name="connsiteY5" fmla="*/ 51 h 1142851"/>
              <a:gd name="connsiteX6" fmla="*/ 257036 w 919861"/>
              <a:gd name="connsiteY6" fmla="*/ 1142851 h 1142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861" h="1142851">
                <a:moveTo>
                  <a:pt x="257036" y="1142851"/>
                </a:moveTo>
                <a:lnTo>
                  <a:pt x="0" y="699759"/>
                </a:lnTo>
                <a:lnTo>
                  <a:pt x="7130" y="671675"/>
                </a:lnTo>
                <a:cubicBezTo>
                  <a:pt x="25692" y="611345"/>
                  <a:pt x="50576" y="551976"/>
                  <a:pt x="82036" y="494434"/>
                </a:cubicBezTo>
                <a:cubicBezTo>
                  <a:pt x="255065" y="177950"/>
                  <a:pt x="581958" y="-903"/>
                  <a:pt x="918956" y="4"/>
                </a:cubicBezTo>
                <a:lnTo>
                  <a:pt x="919861" y="51"/>
                </a:lnTo>
                <a:lnTo>
                  <a:pt x="257036" y="114285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539674D8-94C1-2670-364D-6C9CBACDA7D4}"/>
              </a:ext>
            </a:extLst>
          </p:cNvPr>
          <p:cNvSpPr/>
          <p:nvPr/>
        </p:nvSpPr>
        <p:spPr>
          <a:xfrm rot="12607077">
            <a:off x="4878840" y="3260981"/>
            <a:ext cx="5086" cy="4515"/>
          </a:xfrm>
          <a:custGeom>
            <a:avLst/>
            <a:gdLst>
              <a:gd name="connsiteX0" fmla="*/ 5086 w 5086"/>
              <a:gd name="connsiteY0" fmla="*/ 4515 h 4515"/>
              <a:gd name="connsiteX1" fmla="*/ 0 w 5086"/>
              <a:gd name="connsiteY1" fmla="*/ 4254 h 4515"/>
              <a:gd name="connsiteX2" fmla="*/ 2467 w 5086"/>
              <a:gd name="connsiteY2" fmla="*/ 0 h 4515"/>
              <a:gd name="connsiteX3" fmla="*/ 5086 w 5086"/>
              <a:gd name="connsiteY3" fmla="*/ 4515 h 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" h="4515">
                <a:moveTo>
                  <a:pt x="5086" y="4515"/>
                </a:moveTo>
                <a:lnTo>
                  <a:pt x="0" y="4254"/>
                </a:lnTo>
                <a:lnTo>
                  <a:pt x="2467" y="0"/>
                </a:lnTo>
                <a:lnTo>
                  <a:pt x="5086" y="4515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9D51684B-1C7D-C93C-7E66-077AE2B718CD}"/>
              </a:ext>
            </a:extLst>
          </p:cNvPr>
          <p:cNvSpPr/>
          <p:nvPr/>
        </p:nvSpPr>
        <p:spPr>
          <a:xfrm rot="12607077">
            <a:off x="4426677" y="1899775"/>
            <a:ext cx="1487453" cy="1418146"/>
          </a:xfrm>
          <a:custGeom>
            <a:avLst/>
            <a:gdLst>
              <a:gd name="connsiteX0" fmla="*/ 1484455 w 1487453"/>
              <a:gd name="connsiteY0" fmla="*/ 1418146 h 1418146"/>
              <a:gd name="connsiteX1" fmla="*/ 159728 w 1487453"/>
              <a:gd name="connsiteY1" fmla="*/ 1418146 h 1418146"/>
              <a:gd name="connsiteX2" fmla="*/ 0 w 1487453"/>
              <a:gd name="connsiteY2" fmla="*/ 1142800 h 1418146"/>
              <a:gd name="connsiteX3" fmla="*/ 662825 w 1487453"/>
              <a:gd name="connsiteY3" fmla="*/ 0 h 1418146"/>
              <a:gd name="connsiteX4" fmla="*/ 667911 w 1487453"/>
              <a:gd name="connsiteY4" fmla="*/ 261 h 1418146"/>
              <a:gd name="connsiteX5" fmla="*/ 1487453 w 1487453"/>
              <a:gd name="connsiteY5" fmla="*/ 1413265 h 1418146"/>
              <a:gd name="connsiteX6" fmla="*/ 1484455 w 1487453"/>
              <a:gd name="connsiteY6" fmla="*/ 1418146 h 141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7453" h="1418146">
                <a:moveTo>
                  <a:pt x="1484455" y="1418146"/>
                </a:moveTo>
                <a:lnTo>
                  <a:pt x="159728" y="1418146"/>
                </a:lnTo>
                <a:lnTo>
                  <a:pt x="0" y="1142800"/>
                </a:lnTo>
                <a:lnTo>
                  <a:pt x="662825" y="0"/>
                </a:lnTo>
                <a:lnTo>
                  <a:pt x="667911" y="261"/>
                </a:lnTo>
                <a:lnTo>
                  <a:pt x="1487453" y="1413265"/>
                </a:lnTo>
                <a:lnTo>
                  <a:pt x="1484455" y="1418146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52554BE-A07D-6DDE-9F73-DA42EF9F5D36}"/>
              </a:ext>
            </a:extLst>
          </p:cNvPr>
          <p:cNvSpPr/>
          <p:nvPr/>
        </p:nvSpPr>
        <p:spPr>
          <a:xfrm>
            <a:off x="3474178" y="4815886"/>
            <a:ext cx="1394882" cy="921387"/>
          </a:xfrm>
          <a:custGeom>
            <a:avLst/>
            <a:gdLst>
              <a:gd name="connsiteX0" fmla="*/ 903307 w 1394882"/>
              <a:gd name="connsiteY0" fmla="*/ 1056 h 921387"/>
              <a:gd name="connsiteX1" fmla="*/ 1347375 w 1394882"/>
              <a:gd name="connsiteY1" fmla="*/ 87620 h 921387"/>
              <a:gd name="connsiteX2" fmla="*/ 1394882 w 1394882"/>
              <a:gd name="connsiteY2" fmla="*/ 112356 h 921387"/>
              <a:gd name="connsiteX3" fmla="*/ 0 w 1394882"/>
              <a:gd name="connsiteY3" fmla="*/ 921387 h 921387"/>
              <a:gd name="connsiteX4" fmla="*/ 19 w 1394882"/>
              <a:gd name="connsiteY4" fmla="*/ 904108 h 921387"/>
              <a:gd name="connsiteX5" fmla="*/ 456635 w 1394882"/>
              <a:gd name="connsiteY5" fmla="*/ 137672 h 921387"/>
              <a:gd name="connsiteX6" fmla="*/ 903307 w 1394882"/>
              <a:gd name="connsiteY6" fmla="*/ 1056 h 92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4882" h="921387">
                <a:moveTo>
                  <a:pt x="903307" y="1056"/>
                </a:moveTo>
                <a:cubicBezTo>
                  <a:pt x="1056319" y="-6168"/>
                  <a:pt x="1208896" y="23804"/>
                  <a:pt x="1347375" y="87620"/>
                </a:cubicBezTo>
                <a:lnTo>
                  <a:pt x="1394882" y="112356"/>
                </a:lnTo>
                <a:lnTo>
                  <a:pt x="0" y="921387"/>
                </a:lnTo>
                <a:lnTo>
                  <a:pt x="19" y="904108"/>
                </a:lnTo>
                <a:cubicBezTo>
                  <a:pt x="15059" y="599527"/>
                  <a:pt x="176203" y="307612"/>
                  <a:pt x="456635" y="137672"/>
                </a:cubicBezTo>
                <a:cubicBezTo>
                  <a:pt x="596851" y="52702"/>
                  <a:pt x="750296" y="8281"/>
                  <a:pt x="903307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5BD9C8CC-7BC7-CBCE-BBE4-3324F8DB75E8}"/>
              </a:ext>
            </a:extLst>
          </p:cNvPr>
          <p:cNvSpPr/>
          <p:nvPr/>
        </p:nvSpPr>
        <p:spPr>
          <a:xfrm>
            <a:off x="4869060" y="4927085"/>
            <a:ext cx="1994" cy="2195"/>
          </a:xfrm>
          <a:custGeom>
            <a:avLst/>
            <a:gdLst>
              <a:gd name="connsiteX0" fmla="*/ 1994 w 1994"/>
              <a:gd name="connsiteY0" fmla="*/ 0 h 2195"/>
              <a:gd name="connsiteX1" fmla="*/ 1994 w 1994"/>
              <a:gd name="connsiteY1" fmla="*/ 2195 h 2195"/>
              <a:gd name="connsiteX2" fmla="*/ 0 w 1994"/>
              <a:gd name="connsiteY2" fmla="*/ 1157 h 2195"/>
              <a:gd name="connsiteX3" fmla="*/ 1994 w 1994"/>
              <a:gd name="connsiteY3" fmla="*/ 0 h 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" h="2195">
                <a:moveTo>
                  <a:pt x="1994" y="0"/>
                </a:moveTo>
                <a:lnTo>
                  <a:pt x="1994" y="2195"/>
                </a:lnTo>
                <a:lnTo>
                  <a:pt x="0" y="1157"/>
                </a:lnTo>
                <a:lnTo>
                  <a:pt x="199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C2D3BAEB-3631-663B-274F-10D7D9F041B3}"/>
              </a:ext>
            </a:extLst>
          </p:cNvPr>
          <p:cNvSpPr/>
          <p:nvPr/>
        </p:nvSpPr>
        <p:spPr>
          <a:xfrm>
            <a:off x="4871054" y="4929279"/>
            <a:ext cx="502184" cy="934058"/>
          </a:xfrm>
          <a:custGeom>
            <a:avLst/>
            <a:gdLst>
              <a:gd name="connsiteX0" fmla="*/ 0 w 502184"/>
              <a:gd name="connsiteY0" fmla="*/ 0 h 934058"/>
              <a:gd name="connsiteX1" fmla="*/ 31785 w 502184"/>
              <a:gd name="connsiteY1" fmla="*/ 16550 h 934058"/>
              <a:gd name="connsiteX2" fmla="*/ 364513 w 502184"/>
              <a:gd name="connsiteY2" fmla="*/ 344380 h 934058"/>
              <a:gd name="connsiteX3" fmla="*/ 501027 w 502184"/>
              <a:gd name="connsiteY3" fmla="*/ 882698 h 934058"/>
              <a:gd name="connsiteX4" fmla="*/ 496016 w 502184"/>
              <a:gd name="connsiteY4" fmla="*/ 934058 h 934058"/>
              <a:gd name="connsiteX5" fmla="*/ 0 w 502184"/>
              <a:gd name="connsiteY5" fmla="*/ 934058 h 934058"/>
              <a:gd name="connsiteX6" fmla="*/ 0 w 502184"/>
              <a:gd name="connsiteY6" fmla="*/ 0 h 93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184" h="934058">
                <a:moveTo>
                  <a:pt x="0" y="0"/>
                </a:moveTo>
                <a:lnTo>
                  <a:pt x="31785" y="16550"/>
                </a:lnTo>
                <a:cubicBezTo>
                  <a:pt x="164080" y="93770"/>
                  <a:pt x="279543" y="204164"/>
                  <a:pt x="364513" y="344380"/>
                </a:cubicBezTo>
                <a:cubicBezTo>
                  <a:pt x="466477" y="512639"/>
                  <a:pt x="510051" y="699949"/>
                  <a:pt x="501027" y="882698"/>
                </a:cubicBezTo>
                <a:lnTo>
                  <a:pt x="496016" y="934058"/>
                </a:lnTo>
                <a:lnTo>
                  <a:pt x="0" y="934058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F3440355-3255-4F66-644B-5EC10D5A9D95}"/>
              </a:ext>
            </a:extLst>
          </p:cNvPr>
          <p:cNvSpPr/>
          <p:nvPr/>
        </p:nvSpPr>
        <p:spPr>
          <a:xfrm>
            <a:off x="3448654" y="5737273"/>
            <a:ext cx="25524" cy="29589"/>
          </a:xfrm>
          <a:custGeom>
            <a:avLst/>
            <a:gdLst>
              <a:gd name="connsiteX0" fmla="*/ 25524 w 25524"/>
              <a:gd name="connsiteY0" fmla="*/ 0 h 29589"/>
              <a:gd name="connsiteX1" fmla="*/ 25491 w 25524"/>
              <a:gd name="connsiteY1" fmla="*/ 29589 h 29589"/>
              <a:gd name="connsiteX2" fmla="*/ 0 w 25524"/>
              <a:gd name="connsiteY2" fmla="*/ 14804 h 29589"/>
              <a:gd name="connsiteX3" fmla="*/ 25524 w 25524"/>
              <a:gd name="connsiteY3" fmla="*/ 0 h 29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24" h="29589">
                <a:moveTo>
                  <a:pt x="25524" y="0"/>
                </a:moveTo>
                <a:lnTo>
                  <a:pt x="25491" y="29589"/>
                </a:lnTo>
                <a:lnTo>
                  <a:pt x="0" y="14804"/>
                </a:lnTo>
                <a:lnTo>
                  <a:pt x="2552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792E3B3-4CEF-36C1-E828-9EE1111722B2}"/>
              </a:ext>
            </a:extLst>
          </p:cNvPr>
          <p:cNvSpPr/>
          <p:nvPr/>
        </p:nvSpPr>
        <p:spPr>
          <a:xfrm>
            <a:off x="3474095" y="5766861"/>
            <a:ext cx="166388" cy="96476"/>
          </a:xfrm>
          <a:custGeom>
            <a:avLst/>
            <a:gdLst>
              <a:gd name="connsiteX0" fmla="*/ 50 w 166388"/>
              <a:gd name="connsiteY0" fmla="*/ 0 h 96476"/>
              <a:gd name="connsiteX1" fmla="*/ 166388 w 166388"/>
              <a:gd name="connsiteY1" fmla="*/ 96476 h 96476"/>
              <a:gd name="connsiteX2" fmla="*/ 4973 w 166388"/>
              <a:gd name="connsiteY2" fmla="*/ 96476 h 96476"/>
              <a:gd name="connsiteX3" fmla="*/ 0 w 166388"/>
              <a:gd name="connsiteY3" fmla="*/ 44778 h 96476"/>
              <a:gd name="connsiteX4" fmla="*/ 50 w 166388"/>
              <a:gd name="connsiteY4" fmla="*/ 0 h 9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88" h="96476">
                <a:moveTo>
                  <a:pt x="50" y="0"/>
                </a:moveTo>
                <a:lnTo>
                  <a:pt x="166388" y="96476"/>
                </a:lnTo>
                <a:lnTo>
                  <a:pt x="4973" y="96476"/>
                </a:lnTo>
                <a:lnTo>
                  <a:pt x="0" y="44778"/>
                </a:lnTo>
                <a:lnTo>
                  <a:pt x="5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5DD646EF-A920-BAAB-8004-ABCD1BE4C3E1}"/>
              </a:ext>
            </a:extLst>
          </p:cNvPr>
          <p:cNvSpPr/>
          <p:nvPr/>
        </p:nvSpPr>
        <p:spPr>
          <a:xfrm>
            <a:off x="3474146" y="4928241"/>
            <a:ext cx="1396909" cy="935096"/>
          </a:xfrm>
          <a:custGeom>
            <a:avLst/>
            <a:gdLst>
              <a:gd name="connsiteX0" fmla="*/ 1394915 w 1396909"/>
              <a:gd name="connsiteY0" fmla="*/ 0 h 935096"/>
              <a:gd name="connsiteX1" fmla="*/ 1396909 w 1396909"/>
              <a:gd name="connsiteY1" fmla="*/ 1038 h 935096"/>
              <a:gd name="connsiteX2" fmla="*/ 1396909 w 1396909"/>
              <a:gd name="connsiteY2" fmla="*/ 935096 h 935096"/>
              <a:gd name="connsiteX3" fmla="*/ 166338 w 1396909"/>
              <a:gd name="connsiteY3" fmla="*/ 935096 h 935096"/>
              <a:gd name="connsiteX4" fmla="*/ 0 w 1396909"/>
              <a:gd name="connsiteY4" fmla="*/ 838620 h 935096"/>
              <a:gd name="connsiteX5" fmla="*/ 33 w 1396909"/>
              <a:gd name="connsiteY5" fmla="*/ 809031 h 935096"/>
              <a:gd name="connsiteX6" fmla="*/ 1394915 w 1396909"/>
              <a:gd name="connsiteY6" fmla="*/ 0 h 935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09" h="935096">
                <a:moveTo>
                  <a:pt x="1394915" y="0"/>
                </a:moveTo>
                <a:lnTo>
                  <a:pt x="1396909" y="1038"/>
                </a:lnTo>
                <a:lnTo>
                  <a:pt x="1396909" y="935096"/>
                </a:lnTo>
                <a:lnTo>
                  <a:pt x="166338" y="935096"/>
                </a:lnTo>
                <a:lnTo>
                  <a:pt x="0" y="838620"/>
                </a:lnTo>
                <a:lnTo>
                  <a:pt x="33" y="809031"/>
                </a:lnTo>
                <a:lnTo>
                  <a:pt x="139491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7E0E4EC9-17D7-73DA-2C3E-BC84FF8078FE}"/>
              </a:ext>
            </a:extLst>
          </p:cNvPr>
          <p:cNvSpPr/>
          <p:nvPr/>
        </p:nvSpPr>
        <p:spPr>
          <a:xfrm rot="12587992">
            <a:off x="1518089" y="1936194"/>
            <a:ext cx="1649984" cy="14224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1069A1B0-ABEA-A155-3F06-99C8F578C10E}"/>
              </a:ext>
            </a:extLst>
          </p:cNvPr>
          <p:cNvSpPr/>
          <p:nvPr/>
        </p:nvSpPr>
        <p:spPr>
          <a:xfrm rot="3527064">
            <a:off x="1523801" y="1466503"/>
            <a:ext cx="1899920" cy="18999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F64AC84-B3D5-E7A4-689D-7C0D4052A0BF}"/>
              </a:ext>
            </a:extLst>
          </p:cNvPr>
          <p:cNvSpPr/>
          <p:nvPr/>
        </p:nvSpPr>
        <p:spPr>
          <a:xfrm>
            <a:off x="4376061" y="4795677"/>
            <a:ext cx="1655298" cy="1067660"/>
          </a:xfrm>
          <a:custGeom>
            <a:avLst/>
            <a:gdLst>
              <a:gd name="connsiteX0" fmla="*/ 904446 w 1655298"/>
              <a:gd name="connsiteY0" fmla="*/ 1056 h 1067660"/>
              <a:gd name="connsiteX1" fmla="*/ 1646802 w 1655298"/>
              <a:gd name="connsiteY1" fmla="*/ 304044 h 1067660"/>
              <a:gd name="connsiteX2" fmla="*/ 1655298 w 1655298"/>
              <a:gd name="connsiteY2" fmla="*/ 315330 h 1067660"/>
              <a:gd name="connsiteX3" fmla="*/ 1655298 w 1655298"/>
              <a:gd name="connsiteY3" fmla="*/ 801074 h 1067660"/>
              <a:gd name="connsiteX4" fmla="*/ 494085 w 1655298"/>
              <a:gd name="connsiteY4" fmla="*/ 136044 h 1067660"/>
              <a:gd name="connsiteX5" fmla="*/ 499189 w 1655298"/>
              <a:gd name="connsiteY5" fmla="*/ 1067660 h 1067660"/>
              <a:gd name="connsiteX6" fmla="*/ 7973 w 1655298"/>
              <a:gd name="connsiteY6" fmla="*/ 1067660 h 1067660"/>
              <a:gd name="connsiteX7" fmla="*/ 1056 w 1655298"/>
              <a:gd name="connsiteY7" fmla="*/ 995754 h 1067660"/>
              <a:gd name="connsiteX8" fmla="*/ 457774 w 1655298"/>
              <a:gd name="connsiteY8" fmla="*/ 137672 h 1067660"/>
              <a:gd name="connsiteX9" fmla="*/ 904446 w 1655298"/>
              <a:gd name="connsiteY9" fmla="*/ 1056 h 106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5298" h="1067660">
                <a:moveTo>
                  <a:pt x="904446" y="1056"/>
                </a:moveTo>
                <a:cubicBezTo>
                  <a:pt x="1179867" y="-11948"/>
                  <a:pt x="1453880" y="95564"/>
                  <a:pt x="1646802" y="304044"/>
                </a:cubicBezTo>
                <a:lnTo>
                  <a:pt x="1655298" y="315330"/>
                </a:lnTo>
                <a:lnTo>
                  <a:pt x="1655298" y="801074"/>
                </a:lnTo>
                <a:lnTo>
                  <a:pt x="494085" y="136044"/>
                </a:lnTo>
                <a:lnTo>
                  <a:pt x="499189" y="1067660"/>
                </a:lnTo>
                <a:lnTo>
                  <a:pt x="7973" y="1067660"/>
                </a:lnTo>
                <a:lnTo>
                  <a:pt x="1056" y="995754"/>
                </a:lnTo>
                <a:cubicBezTo>
                  <a:pt x="-14838" y="659130"/>
                  <a:pt x="149299" y="32460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0AEED04-155B-A59C-EFDB-4505A867246C}"/>
              </a:ext>
            </a:extLst>
          </p:cNvPr>
          <p:cNvSpPr/>
          <p:nvPr/>
        </p:nvSpPr>
        <p:spPr>
          <a:xfrm>
            <a:off x="4870147" y="4931721"/>
            <a:ext cx="1161213" cy="931616"/>
          </a:xfrm>
          <a:custGeom>
            <a:avLst/>
            <a:gdLst>
              <a:gd name="connsiteX0" fmla="*/ 0 w 1161213"/>
              <a:gd name="connsiteY0" fmla="*/ 0 h 931616"/>
              <a:gd name="connsiteX1" fmla="*/ 1161213 w 1161213"/>
              <a:gd name="connsiteY1" fmla="*/ 665030 h 931616"/>
              <a:gd name="connsiteX2" fmla="*/ 1161213 w 1161213"/>
              <a:gd name="connsiteY2" fmla="*/ 931616 h 931616"/>
              <a:gd name="connsiteX3" fmla="*/ 5104 w 1161213"/>
              <a:gd name="connsiteY3" fmla="*/ 931616 h 931616"/>
              <a:gd name="connsiteX4" fmla="*/ 0 w 1161213"/>
              <a:gd name="connsiteY4" fmla="*/ 0 h 93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213" h="931616">
                <a:moveTo>
                  <a:pt x="0" y="0"/>
                </a:moveTo>
                <a:lnTo>
                  <a:pt x="1161213" y="665030"/>
                </a:lnTo>
                <a:lnTo>
                  <a:pt x="1161213" y="931616"/>
                </a:lnTo>
                <a:lnTo>
                  <a:pt x="5104" y="931616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B00B6FF4-4F5E-A271-8CD9-C474DC5A6170}"/>
              </a:ext>
            </a:extLst>
          </p:cNvPr>
          <p:cNvSpPr/>
          <p:nvPr/>
        </p:nvSpPr>
        <p:spPr>
          <a:xfrm>
            <a:off x="4846183" y="3975071"/>
            <a:ext cx="1185177" cy="1888267"/>
          </a:xfrm>
          <a:custGeom>
            <a:avLst/>
            <a:gdLst>
              <a:gd name="connsiteX0" fmla="*/ 904446 w 1185177"/>
              <a:gd name="connsiteY0" fmla="*/ 1056 h 1888267"/>
              <a:gd name="connsiteX1" fmla="*/ 1176446 w 1185177"/>
              <a:gd name="connsiteY1" fmla="*/ 27500 h 1888267"/>
              <a:gd name="connsiteX2" fmla="*/ 1185177 w 1185177"/>
              <a:gd name="connsiteY2" fmla="*/ 30089 h 1888267"/>
              <a:gd name="connsiteX3" fmla="*/ 1185177 w 1185177"/>
              <a:gd name="connsiteY3" fmla="*/ 293528 h 1888267"/>
              <a:gd name="connsiteX4" fmla="*/ 14972 w 1185177"/>
              <a:gd name="connsiteY4" fmla="*/ 969146 h 1888267"/>
              <a:gd name="connsiteX5" fmla="*/ 1185177 w 1185177"/>
              <a:gd name="connsiteY5" fmla="*/ 1641671 h 1888267"/>
              <a:gd name="connsiteX6" fmla="*/ 1185177 w 1185177"/>
              <a:gd name="connsiteY6" fmla="*/ 1870452 h 1888267"/>
              <a:gd name="connsiteX7" fmla="*/ 1178701 w 1185177"/>
              <a:gd name="connsiteY7" fmla="*/ 1872406 h 1888267"/>
              <a:gd name="connsiteX8" fmla="*/ 1097950 w 1185177"/>
              <a:gd name="connsiteY8" fmla="*/ 1888267 h 1888267"/>
              <a:gd name="connsiteX9" fmla="*/ 803459 w 1185177"/>
              <a:gd name="connsiteY9" fmla="*/ 1888267 h 1888267"/>
              <a:gd name="connsiteX10" fmla="*/ 723754 w 1185177"/>
              <a:gd name="connsiteY10" fmla="*/ 1872701 h 1888267"/>
              <a:gd name="connsiteX11" fmla="*/ 137672 w 1185177"/>
              <a:gd name="connsiteY11" fmla="*/ 1442426 h 1888267"/>
              <a:gd name="connsiteX12" fmla="*/ 457774 w 1185177"/>
              <a:gd name="connsiteY12" fmla="*/ 137672 h 1888267"/>
              <a:gd name="connsiteX13" fmla="*/ 904446 w 1185177"/>
              <a:gd name="connsiteY13" fmla="*/ 1056 h 188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5177" h="1888267">
                <a:moveTo>
                  <a:pt x="904446" y="1056"/>
                </a:moveTo>
                <a:cubicBezTo>
                  <a:pt x="996253" y="-3279"/>
                  <a:pt x="1087904" y="5777"/>
                  <a:pt x="1176446" y="27500"/>
                </a:cubicBezTo>
                <a:lnTo>
                  <a:pt x="1185177" y="30089"/>
                </a:lnTo>
                <a:lnTo>
                  <a:pt x="1185177" y="293528"/>
                </a:lnTo>
                <a:lnTo>
                  <a:pt x="14972" y="969146"/>
                </a:lnTo>
                <a:lnTo>
                  <a:pt x="1185177" y="1641671"/>
                </a:lnTo>
                <a:lnTo>
                  <a:pt x="1185177" y="1870452"/>
                </a:lnTo>
                <a:lnTo>
                  <a:pt x="1178701" y="1872406"/>
                </a:lnTo>
                <a:lnTo>
                  <a:pt x="1097950" y="1888267"/>
                </a:lnTo>
                <a:lnTo>
                  <a:pt x="803459" y="1888267"/>
                </a:lnTo>
                <a:lnTo>
                  <a:pt x="723754" y="1872701"/>
                </a:lnTo>
                <a:cubicBezTo>
                  <a:pt x="487640" y="1814774"/>
                  <a:pt x="273624" y="1666772"/>
                  <a:pt x="137672" y="1442426"/>
                </a:cubicBezTo>
                <a:cubicBezTo>
                  <a:pt x="-134232" y="993735"/>
                  <a:pt x="9083" y="40957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518BF64C-9BFD-628A-CA94-88EEBAA62022}"/>
              </a:ext>
            </a:extLst>
          </p:cNvPr>
          <p:cNvSpPr/>
          <p:nvPr/>
        </p:nvSpPr>
        <p:spPr>
          <a:xfrm>
            <a:off x="4861155" y="4268599"/>
            <a:ext cx="1170205" cy="1348143"/>
          </a:xfrm>
          <a:custGeom>
            <a:avLst/>
            <a:gdLst>
              <a:gd name="connsiteX0" fmla="*/ 1170205 w 1170205"/>
              <a:gd name="connsiteY0" fmla="*/ 0 h 1348143"/>
              <a:gd name="connsiteX1" fmla="*/ 1170205 w 1170205"/>
              <a:gd name="connsiteY1" fmla="*/ 1348143 h 1348143"/>
              <a:gd name="connsiteX2" fmla="*/ 0 w 1170205"/>
              <a:gd name="connsiteY2" fmla="*/ 675618 h 1348143"/>
              <a:gd name="connsiteX3" fmla="*/ 1170205 w 1170205"/>
              <a:gd name="connsiteY3" fmla="*/ 0 h 134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205" h="1348143">
                <a:moveTo>
                  <a:pt x="1170205" y="0"/>
                </a:moveTo>
                <a:lnTo>
                  <a:pt x="1170205" y="1348143"/>
                </a:lnTo>
                <a:lnTo>
                  <a:pt x="0" y="675618"/>
                </a:lnTo>
                <a:lnTo>
                  <a:pt x="117020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47113272-780D-B149-4192-9BD49BE152D3}"/>
              </a:ext>
            </a:extLst>
          </p:cNvPr>
          <p:cNvSpPr/>
          <p:nvPr/>
        </p:nvSpPr>
        <p:spPr>
          <a:xfrm>
            <a:off x="5944133" y="5845523"/>
            <a:ext cx="87227" cy="17815"/>
          </a:xfrm>
          <a:custGeom>
            <a:avLst/>
            <a:gdLst>
              <a:gd name="connsiteX0" fmla="*/ 87227 w 87227"/>
              <a:gd name="connsiteY0" fmla="*/ 0 h 17815"/>
              <a:gd name="connsiteX1" fmla="*/ 87227 w 87227"/>
              <a:gd name="connsiteY1" fmla="*/ 17815 h 17815"/>
              <a:gd name="connsiteX2" fmla="*/ 0 w 87227"/>
              <a:gd name="connsiteY2" fmla="*/ 17815 h 17815"/>
              <a:gd name="connsiteX3" fmla="*/ 80751 w 87227"/>
              <a:gd name="connsiteY3" fmla="*/ 1954 h 17815"/>
              <a:gd name="connsiteX4" fmla="*/ 87227 w 87227"/>
              <a:gd name="connsiteY4" fmla="*/ 0 h 1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7" h="17815">
                <a:moveTo>
                  <a:pt x="87227" y="0"/>
                </a:moveTo>
                <a:lnTo>
                  <a:pt x="87227" y="17815"/>
                </a:lnTo>
                <a:lnTo>
                  <a:pt x="0" y="17815"/>
                </a:lnTo>
                <a:lnTo>
                  <a:pt x="80751" y="1954"/>
                </a:lnTo>
                <a:lnTo>
                  <a:pt x="8722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7A2E2728-F83F-7922-B30D-8CA9303F8E46}"/>
              </a:ext>
            </a:extLst>
          </p:cNvPr>
          <p:cNvSpPr/>
          <p:nvPr/>
        </p:nvSpPr>
        <p:spPr>
          <a:xfrm>
            <a:off x="5649642" y="5863338"/>
            <a:ext cx="294491" cy="11933"/>
          </a:xfrm>
          <a:custGeom>
            <a:avLst/>
            <a:gdLst>
              <a:gd name="connsiteX0" fmla="*/ 0 w 294491"/>
              <a:gd name="connsiteY0" fmla="*/ 0 h 11933"/>
              <a:gd name="connsiteX1" fmla="*/ 294491 w 294491"/>
              <a:gd name="connsiteY1" fmla="*/ 0 h 11933"/>
              <a:gd name="connsiteX2" fmla="*/ 284044 w 294491"/>
              <a:gd name="connsiteY2" fmla="*/ 2052 h 11933"/>
              <a:gd name="connsiteX3" fmla="*/ 9764 w 294491"/>
              <a:gd name="connsiteY3" fmla="*/ 1907 h 11933"/>
              <a:gd name="connsiteX4" fmla="*/ 0 w 294491"/>
              <a:gd name="connsiteY4" fmla="*/ 0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491" h="11933">
                <a:moveTo>
                  <a:pt x="0" y="0"/>
                </a:moveTo>
                <a:lnTo>
                  <a:pt x="294491" y="0"/>
                </a:lnTo>
                <a:lnTo>
                  <a:pt x="284044" y="2052"/>
                </a:lnTo>
                <a:cubicBezTo>
                  <a:pt x="192461" y="15395"/>
                  <a:pt x="100051" y="15105"/>
                  <a:pt x="9764" y="1907"/>
                </a:cubicBez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E7320877-3F2D-3B67-75BD-13A98D191437}"/>
              </a:ext>
            </a:extLst>
          </p:cNvPr>
          <p:cNvSpPr/>
          <p:nvPr/>
        </p:nvSpPr>
        <p:spPr>
          <a:xfrm>
            <a:off x="4846183" y="2308753"/>
            <a:ext cx="1185177" cy="1888267"/>
          </a:xfrm>
          <a:custGeom>
            <a:avLst/>
            <a:gdLst>
              <a:gd name="connsiteX0" fmla="*/ 904446 w 1185177"/>
              <a:gd name="connsiteY0" fmla="*/ 1056 h 1888267"/>
              <a:gd name="connsiteX1" fmla="*/ 1176446 w 1185177"/>
              <a:gd name="connsiteY1" fmla="*/ 27500 h 1888267"/>
              <a:gd name="connsiteX2" fmla="*/ 1185177 w 1185177"/>
              <a:gd name="connsiteY2" fmla="*/ 30089 h 1888267"/>
              <a:gd name="connsiteX3" fmla="*/ 1185177 w 1185177"/>
              <a:gd name="connsiteY3" fmla="*/ 293528 h 1888267"/>
              <a:gd name="connsiteX4" fmla="*/ 14972 w 1185177"/>
              <a:gd name="connsiteY4" fmla="*/ 969146 h 1888267"/>
              <a:gd name="connsiteX5" fmla="*/ 1185177 w 1185177"/>
              <a:gd name="connsiteY5" fmla="*/ 1641671 h 1888267"/>
              <a:gd name="connsiteX6" fmla="*/ 1185177 w 1185177"/>
              <a:gd name="connsiteY6" fmla="*/ 1870452 h 1888267"/>
              <a:gd name="connsiteX7" fmla="*/ 1178701 w 1185177"/>
              <a:gd name="connsiteY7" fmla="*/ 1872406 h 1888267"/>
              <a:gd name="connsiteX8" fmla="*/ 1097950 w 1185177"/>
              <a:gd name="connsiteY8" fmla="*/ 1888267 h 1888267"/>
              <a:gd name="connsiteX9" fmla="*/ 803459 w 1185177"/>
              <a:gd name="connsiteY9" fmla="*/ 1888267 h 1888267"/>
              <a:gd name="connsiteX10" fmla="*/ 723754 w 1185177"/>
              <a:gd name="connsiteY10" fmla="*/ 1872701 h 1888267"/>
              <a:gd name="connsiteX11" fmla="*/ 137672 w 1185177"/>
              <a:gd name="connsiteY11" fmla="*/ 1442426 h 1888267"/>
              <a:gd name="connsiteX12" fmla="*/ 457774 w 1185177"/>
              <a:gd name="connsiteY12" fmla="*/ 137672 h 1888267"/>
              <a:gd name="connsiteX13" fmla="*/ 904446 w 1185177"/>
              <a:gd name="connsiteY13" fmla="*/ 1056 h 188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5177" h="1888267">
                <a:moveTo>
                  <a:pt x="904446" y="1056"/>
                </a:moveTo>
                <a:cubicBezTo>
                  <a:pt x="996253" y="-3279"/>
                  <a:pt x="1087904" y="5777"/>
                  <a:pt x="1176446" y="27500"/>
                </a:cubicBezTo>
                <a:lnTo>
                  <a:pt x="1185177" y="30089"/>
                </a:lnTo>
                <a:lnTo>
                  <a:pt x="1185177" y="293528"/>
                </a:lnTo>
                <a:lnTo>
                  <a:pt x="14972" y="969146"/>
                </a:lnTo>
                <a:lnTo>
                  <a:pt x="1185177" y="1641671"/>
                </a:lnTo>
                <a:lnTo>
                  <a:pt x="1185177" y="1870452"/>
                </a:lnTo>
                <a:lnTo>
                  <a:pt x="1178701" y="1872406"/>
                </a:lnTo>
                <a:lnTo>
                  <a:pt x="1097950" y="1888267"/>
                </a:lnTo>
                <a:lnTo>
                  <a:pt x="803459" y="1888267"/>
                </a:lnTo>
                <a:lnTo>
                  <a:pt x="723754" y="1872701"/>
                </a:lnTo>
                <a:cubicBezTo>
                  <a:pt x="487640" y="1814774"/>
                  <a:pt x="273624" y="1666772"/>
                  <a:pt x="137672" y="1442426"/>
                </a:cubicBezTo>
                <a:cubicBezTo>
                  <a:pt x="-134232" y="993735"/>
                  <a:pt x="9083" y="409576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F9908312-C6A5-973C-D8D2-4175C334DB68}"/>
              </a:ext>
            </a:extLst>
          </p:cNvPr>
          <p:cNvSpPr/>
          <p:nvPr/>
        </p:nvSpPr>
        <p:spPr>
          <a:xfrm>
            <a:off x="4861155" y="2602281"/>
            <a:ext cx="1170205" cy="1348143"/>
          </a:xfrm>
          <a:custGeom>
            <a:avLst/>
            <a:gdLst>
              <a:gd name="connsiteX0" fmla="*/ 1170205 w 1170205"/>
              <a:gd name="connsiteY0" fmla="*/ 0 h 1348143"/>
              <a:gd name="connsiteX1" fmla="*/ 1170205 w 1170205"/>
              <a:gd name="connsiteY1" fmla="*/ 1348143 h 1348143"/>
              <a:gd name="connsiteX2" fmla="*/ 0 w 1170205"/>
              <a:gd name="connsiteY2" fmla="*/ 675618 h 1348143"/>
              <a:gd name="connsiteX3" fmla="*/ 1170205 w 1170205"/>
              <a:gd name="connsiteY3" fmla="*/ 0 h 134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205" h="1348143">
                <a:moveTo>
                  <a:pt x="1170205" y="0"/>
                </a:moveTo>
                <a:lnTo>
                  <a:pt x="1170205" y="1348143"/>
                </a:lnTo>
                <a:lnTo>
                  <a:pt x="0" y="675618"/>
                </a:lnTo>
                <a:lnTo>
                  <a:pt x="117020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A45D0879-7A45-C08B-7C82-2A727760A0AF}"/>
              </a:ext>
            </a:extLst>
          </p:cNvPr>
          <p:cNvSpPr/>
          <p:nvPr/>
        </p:nvSpPr>
        <p:spPr>
          <a:xfrm>
            <a:off x="5944133" y="4179205"/>
            <a:ext cx="87227" cy="17815"/>
          </a:xfrm>
          <a:custGeom>
            <a:avLst/>
            <a:gdLst>
              <a:gd name="connsiteX0" fmla="*/ 87227 w 87227"/>
              <a:gd name="connsiteY0" fmla="*/ 0 h 17815"/>
              <a:gd name="connsiteX1" fmla="*/ 87227 w 87227"/>
              <a:gd name="connsiteY1" fmla="*/ 17815 h 17815"/>
              <a:gd name="connsiteX2" fmla="*/ 0 w 87227"/>
              <a:gd name="connsiteY2" fmla="*/ 17815 h 17815"/>
              <a:gd name="connsiteX3" fmla="*/ 80751 w 87227"/>
              <a:gd name="connsiteY3" fmla="*/ 1954 h 17815"/>
              <a:gd name="connsiteX4" fmla="*/ 87227 w 87227"/>
              <a:gd name="connsiteY4" fmla="*/ 0 h 1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27" h="17815">
                <a:moveTo>
                  <a:pt x="87227" y="0"/>
                </a:moveTo>
                <a:lnTo>
                  <a:pt x="87227" y="17815"/>
                </a:lnTo>
                <a:lnTo>
                  <a:pt x="0" y="17815"/>
                </a:lnTo>
                <a:lnTo>
                  <a:pt x="80751" y="1954"/>
                </a:lnTo>
                <a:lnTo>
                  <a:pt x="87227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1BDB8568-7923-CC00-AED9-E22377D762C0}"/>
              </a:ext>
            </a:extLst>
          </p:cNvPr>
          <p:cNvSpPr/>
          <p:nvPr/>
        </p:nvSpPr>
        <p:spPr>
          <a:xfrm>
            <a:off x="5649642" y="4197020"/>
            <a:ext cx="294491" cy="11933"/>
          </a:xfrm>
          <a:custGeom>
            <a:avLst/>
            <a:gdLst>
              <a:gd name="connsiteX0" fmla="*/ 0 w 294491"/>
              <a:gd name="connsiteY0" fmla="*/ 0 h 11933"/>
              <a:gd name="connsiteX1" fmla="*/ 294491 w 294491"/>
              <a:gd name="connsiteY1" fmla="*/ 0 h 11933"/>
              <a:gd name="connsiteX2" fmla="*/ 284044 w 294491"/>
              <a:gd name="connsiteY2" fmla="*/ 2052 h 11933"/>
              <a:gd name="connsiteX3" fmla="*/ 9764 w 294491"/>
              <a:gd name="connsiteY3" fmla="*/ 1907 h 11933"/>
              <a:gd name="connsiteX4" fmla="*/ 0 w 294491"/>
              <a:gd name="connsiteY4" fmla="*/ 0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491" h="11933">
                <a:moveTo>
                  <a:pt x="0" y="0"/>
                </a:moveTo>
                <a:lnTo>
                  <a:pt x="294491" y="0"/>
                </a:lnTo>
                <a:lnTo>
                  <a:pt x="284044" y="2052"/>
                </a:lnTo>
                <a:cubicBezTo>
                  <a:pt x="192461" y="15395"/>
                  <a:pt x="100051" y="15105"/>
                  <a:pt x="9764" y="1907"/>
                </a:cubicBez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AEFA6C80-3128-E572-7566-C36A81C27420}"/>
              </a:ext>
            </a:extLst>
          </p:cNvPr>
          <p:cNvSpPr/>
          <p:nvPr/>
        </p:nvSpPr>
        <p:spPr>
          <a:xfrm>
            <a:off x="1545108" y="4768221"/>
            <a:ext cx="1900199" cy="1095117"/>
          </a:xfrm>
          <a:custGeom>
            <a:avLst/>
            <a:gdLst>
              <a:gd name="connsiteX0" fmla="*/ 904446 w 1900199"/>
              <a:gd name="connsiteY0" fmla="*/ 1056 h 1095117"/>
              <a:gd name="connsiteX1" fmla="*/ 1762528 w 1900199"/>
              <a:gd name="connsiteY1" fmla="*/ 457774 h 1095117"/>
              <a:gd name="connsiteX2" fmla="*/ 1890174 w 1900199"/>
              <a:gd name="connsiteY2" fmla="*/ 1086977 h 1095117"/>
              <a:gd name="connsiteX3" fmla="*/ 1888584 w 1900199"/>
              <a:gd name="connsiteY3" fmla="*/ 1095117 h 1095117"/>
              <a:gd name="connsiteX4" fmla="*/ 1679497 w 1900199"/>
              <a:gd name="connsiteY4" fmla="*/ 1095117 h 1095117"/>
              <a:gd name="connsiteX5" fmla="*/ 1888767 w 1900199"/>
              <a:gd name="connsiteY5" fmla="*/ 973874 h 1095117"/>
              <a:gd name="connsiteX6" fmla="*/ 456966 w 1900199"/>
              <a:gd name="connsiteY6" fmla="*/ 153878 h 1095117"/>
              <a:gd name="connsiteX7" fmla="*/ 462122 w 1900199"/>
              <a:gd name="connsiteY7" fmla="*/ 1095117 h 1095117"/>
              <a:gd name="connsiteX8" fmla="*/ 11377 w 1900199"/>
              <a:gd name="connsiteY8" fmla="*/ 1095117 h 1095117"/>
              <a:gd name="connsiteX9" fmla="*/ 9881 w 1900199"/>
              <a:gd name="connsiteY9" fmla="*/ 1087503 h 1095117"/>
              <a:gd name="connsiteX10" fmla="*/ 457774 w 1900199"/>
              <a:gd name="connsiteY10" fmla="*/ 137672 h 1095117"/>
              <a:gd name="connsiteX11" fmla="*/ 904446 w 1900199"/>
              <a:gd name="connsiteY11" fmla="*/ 1056 h 109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0199" h="1095117">
                <a:moveTo>
                  <a:pt x="904446" y="1056"/>
                </a:moveTo>
                <a:cubicBezTo>
                  <a:pt x="1241071" y="-14838"/>
                  <a:pt x="1575594" y="149299"/>
                  <a:pt x="1762528" y="457774"/>
                </a:cubicBezTo>
                <a:cubicBezTo>
                  <a:pt x="1881486" y="654077"/>
                  <a:pt x="1920969" y="876308"/>
                  <a:pt x="1890174" y="1086977"/>
                </a:cubicBezTo>
                <a:lnTo>
                  <a:pt x="1888584" y="1095117"/>
                </a:lnTo>
                <a:lnTo>
                  <a:pt x="1679497" y="1095117"/>
                </a:lnTo>
                <a:lnTo>
                  <a:pt x="1888767" y="973874"/>
                </a:lnTo>
                <a:lnTo>
                  <a:pt x="456966" y="153878"/>
                </a:lnTo>
                <a:lnTo>
                  <a:pt x="462122" y="1095117"/>
                </a:lnTo>
                <a:lnTo>
                  <a:pt x="11377" y="1095117"/>
                </a:lnTo>
                <a:lnTo>
                  <a:pt x="9881" y="1087503"/>
                </a:lnTo>
                <a:cubicBezTo>
                  <a:pt x="-43489" y="721172"/>
                  <a:pt x="121256" y="341600"/>
                  <a:pt x="457774" y="137672"/>
                </a:cubicBezTo>
                <a:cubicBezTo>
                  <a:pt x="597990" y="52702"/>
                  <a:pt x="751435" y="8281"/>
                  <a:pt x="904446" y="105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97B31F65-DEEB-A2EB-DFEB-344A76A757B0}"/>
              </a:ext>
            </a:extLst>
          </p:cNvPr>
          <p:cNvSpPr/>
          <p:nvPr/>
        </p:nvSpPr>
        <p:spPr>
          <a:xfrm>
            <a:off x="2002074" y="4922099"/>
            <a:ext cx="1431801" cy="941239"/>
          </a:xfrm>
          <a:custGeom>
            <a:avLst/>
            <a:gdLst>
              <a:gd name="connsiteX0" fmla="*/ 0 w 1431801"/>
              <a:gd name="connsiteY0" fmla="*/ 0 h 941239"/>
              <a:gd name="connsiteX1" fmla="*/ 1431801 w 1431801"/>
              <a:gd name="connsiteY1" fmla="*/ 819996 h 941239"/>
              <a:gd name="connsiteX2" fmla="*/ 1222531 w 1431801"/>
              <a:gd name="connsiteY2" fmla="*/ 941239 h 941239"/>
              <a:gd name="connsiteX3" fmla="*/ 5156 w 1431801"/>
              <a:gd name="connsiteY3" fmla="*/ 941239 h 941239"/>
              <a:gd name="connsiteX4" fmla="*/ 0 w 1431801"/>
              <a:gd name="connsiteY4" fmla="*/ 0 h 941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1801" h="941239">
                <a:moveTo>
                  <a:pt x="0" y="0"/>
                </a:moveTo>
                <a:lnTo>
                  <a:pt x="1431801" y="819996"/>
                </a:lnTo>
                <a:lnTo>
                  <a:pt x="1222531" y="941239"/>
                </a:lnTo>
                <a:lnTo>
                  <a:pt x="5156" y="941239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EFD6C1FE-A824-3CBC-A6E7-5BF6A4D27CD2}"/>
              </a:ext>
            </a:extLst>
          </p:cNvPr>
          <p:cNvSpPr/>
          <p:nvPr/>
        </p:nvSpPr>
        <p:spPr>
          <a:xfrm>
            <a:off x="1969985" y="1471975"/>
            <a:ext cx="1418197" cy="1071552"/>
          </a:xfrm>
          <a:custGeom>
            <a:avLst/>
            <a:gdLst>
              <a:gd name="connsiteX0" fmla="*/ 8521 w 1418197"/>
              <a:gd name="connsiteY0" fmla="*/ 0 h 1071552"/>
              <a:gd name="connsiteX1" fmla="*/ 258324 w 1418197"/>
              <a:gd name="connsiteY1" fmla="*/ 0 h 1071552"/>
              <a:gd name="connsiteX2" fmla="*/ 14972 w 1418197"/>
              <a:gd name="connsiteY2" fmla="*/ 140499 h 1071552"/>
              <a:gd name="connsiteX3" fmla="*/ 1418197 w 1418197"/>
              <a:gd name="connsiteY3" fmla="*/ 946941 h 1071552"/>
              <a:gd name="connsiteX4" fmla="*/ 1356818 w 1418197"/>
              <a:gd name="connsiteY4" fmla="*/ 980024 h 1071552"/>
              <a:gd name="connsiteX5" fmla="*/ 137672 w 1418197"/>
              <a:gd name="connsiteY5" fmla="*/ 613779 h 1071552"/>
              <a:gd name="connsiteX6" fmla="*/ 1158 w 1418197"/>
              <a:gd name="connsiteY6" fmla="*/ 75461 h 1071552"/>
              <a:gd name="connsiteX7" fmla="*/ 8521 w 1418197"/>
              <a:gd name="connsiteY7" fmla="*/ 0 h 107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8197" h="1071552">
                <a:moveTo>
                  <a:pt x="8521" y="0"/>
                </a:moveTo>
                <a:lnTo>
                  <a:pt x="258324" y="0"/>
                </a:lnTo>
                <a:lnTo>
                  <a:pt x="14972" y="140499"/>
                </a:lnTo>
                <a:lnTo>
                  <a:pt x="1418197" y="946941"/>
                </a:lnTo>
                <a:lnTo>
                  <a:pt x="1356818" y="980024"/>
                </a:lnTo>
                <a:cubicBezTo>
                  <a:pt x="921935" y="1186678"/>
                  <a:pt x="392582" y="1034427"/>
                  <a:pt x="137672" y="613779"/>
                </a:cubicBezTo>
                <a:cubicBezTo>
                  <a:pt x="35708" y="445520"/>
                  <a:pt x="-7866" y="258211"/>
                  <a:pt x="1158" y="75461"/>
                </a:cubicBezTo>
                <a:lnTo>
                  <a:pt x="852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EBDB4ED8-BE6F-5942-4F0A-D6A6E97C37C4}"/>
              </a:ext>
            </a:extLst>
          </p:cNvPr>
          <p:cNvSpPr/>
          <p:nvPr/>
        </p:nvSpPr>
        <p:spPr>
          <a:xfrm>
            <a:off x="3420023" y="1481643"/>
            <a:ext cx="459513" cy="934819"/>
          </a:xfrm>
          <a:custGeom>
            <a:avLst/>
            <a:gdLst>
              <a:gd name="connsiteX0" fmla="*/ 1855 w 459513"/>
              <a:gd name="connsiteY0" fmla="*/ 0 h 934819"/>
              <a:gd name="connsiteX1" fmla="*/ 451167 w 459513"/>
              <a:gd name="connsiteY1" fmla="*/ 0 h 934819"/>
              <a:gd name="connsiteX2" fmla="*/ 458458 w 459513"/>
              <a:gd name="connsiteY2" fmla="*/ 75799 h 934819"/>
              <a:gd name="connsiteX3" fmla="*/ 1740 w 459513"/>
              <a:gd name="connsiteY3" fmla="*/ 933881 h 934819"/>
              <a:gd name="connsiteX4" fmla="*/ 0 w 459513"/>
              <a:gd name="connsiteY4" fmla="*/ 934819 h 934819"/>
              <a:gd name="connsiteX5" fmla="*/ 1855 w 459513"/>
              <a:gd name="connsiteY5" fmla="*/ 0 h 93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513" h="934819">
                <a:moveTo>
                  <a:pt x="1855" y="0"/>
                </a:moveTo>
                <a:lnTo>
                  <a:pt x="451167" y="0"/>
                </a:lnTo>
                <a:lnTo>
                  <a:pt x="458458" y="75799"/>
                </a:lnTo>
                <a:cubicBezTo>
                  <a:pt x="474352" y="412424"/>
                  <a:pt x="310215" y="746947"/>
                  <a:pt x="1740" y="933881"/>
                </a:cubicBezTo>
                <a:lnTo>
                  <a:pt x="0" y="934819"/>
                </a:lnTo>
                <a:lnTo>
                  <a:pt x="185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31DFB141-43F7-FEA7-630D-78FA022F5F78}"/>
              </a:ext>
            </a:extLst>
          </p:cNvPr>
          <p:cNvSpPr/>
          <p:nvPr/>
        </p:nvSpPr>
        <p:spPr>
          <a:xfrm>
            <a:off x="3388182" y="2406794"/>
            <a:ext cx="22489" cy="25018"/>
          </a:xfrm>
          <a:custGeom>
            <a:avLst/>
            <a:gdLst>
              <a:gd name="connsiteX0" fmla="*/ 22489 w 22489"/>
              <a:gd name="connsiteY0" fmla="*/ 0 h 25018"/>
              <a:gd name="connsiteX1" fmla="*/ 22439 w 22489"/>
              <a:gd name="connsiteY1" fmla="*/ 25018 h 25018"/>
              <a:gd name="connsiteX2" fmla="*/ 0 w 22489"/>
              <a:gd name="connsiteY2" fmla="*/ 12122 h 25018"/>
              <a:gd name="connsiteX3" fmla="*/ 22489 w 22489"/>
              <a:gd name="connsiteY3" fmla="*/ 0 h 25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9" h="25018">
                <a:moveTo>
                  <a:pt x="22489" y="0"/>
                </a:moveTo>
                <a:lnTo>
                  <a:pt x="22439" y="25018"/>
                </a:lnTo>
                <a:lnTo>
                  <a:pt x="0" y="12122"/>
                </a:lnTo>
                <a:lnTo>
                  <a:pt x="2248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4348FF23-A2C6-DAEA-F410-476AE9B41D68}"/>
              </a:ext>
            </a:extLst>
          </p:cNvPr>
          <p:cNvSpPr/>
          <p:nvPr/>
        </p:nvSpPr>
        <p:spPr>
          <a:xfrm>
            <a:off x="1984957" y="1471976"/>
            <a:ext cx="1427569" cy="946941"/>
          </a:xfrm>
          <a:custGeom>
            <a:avLst/>
            <a:gdLst>
              <a:gd name="connsiteX0" fmla="*/ 243352 w 1427569"/>
              <a:gd name="connsiteY0" fmla="*/ 0 h 946941"/>
              <a:gd name="connsiteX1" fmla="*/ 1427569 w 1427569"/>
              <a:gd name="connsiteY1" fmla="*/ 0 h 946941"/>
              <a:gd name="connsiteX2" fmla="*/ 1425714 w 1427569"/>
              <a:gd name="connsiteY2" fmla="*/ 934819 h 946941"/>
              <a:gd name="connsiteX3" fmla="*/ 1403225 w 1427569"/>
              <a:gd name="connsiteY3" fmla="*/ 946941 h 946941"/>
              <a:gd name="connsiteX4" fmla="*/ 0 w 1427569"/>
              <a:gd name="connsiteY4" fmla="*/ 140499 h 946941"/>
              <a:gd name="connsiteX5" fmla="*/ 243352 w 1427569"/>
              <a:gd name="connsiteY5" fmla="*/ 0 h 94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7569" h="946941">
                <a:moveTo>
                  <a:pt x="243352" y="0"/>
                </a:moveTo>
                <a:lnTo>
                  <a:pt x="1427569" y="0"/>
                </a:lnTo>
                <a:lnTo>
                  <a:pt x="1425714" y="934819"/>
                </a:lnTo>
                <a:lnTo>
                  <a:pt x="1403225" y="946941"/>
                </a:lnTo>
                <a:lnTo>
                  <a:pt x="0" y="140499"/>
                </a:lnTo>
                <a:lnTo>
                  <a:pt x="24335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410A40A0-3E52-2012-F6F4-51748B942131}"/>
              </a:ext>
            </a:extLst>
          </p:cNvPr>
          <p:cNvSpPr/>
          <p:nvPr/>
        </p:nvSpPr>
        <p:spPr>
          <a:xfrm>
            <a:off x="2947156" y="1462517"/>
            <a:ext cx="467360" cy="995560"/>
          </a:xfrm>
          <a:custGeom>
            <a:avLst/>
            <a:gdLst>
              <a:gd name="connsiteX0" fmla="*/ 17302 w 467360"/>
              <a:gd name="connsiteY0" fmla="*/ 0 h 995560"/>
              <a:gd name="connsiteX1" fmla="*/ 467360 w 467360"/>
              <a:gd name="connsiteY1" fmla="*/ 0 h 995560"/>
              <a:gd name="connsiteX2" fmla="*/ 467360 w 467360"/>
              <a:gd name="connsiteY2" fmla="*/ 995560 h 995560"/>
              <a:gd name="connsiteX3" fmla="*/ 418829 w 467360"/>
              <a:gd name="connsiteY3" fmla="*/ 966077 h 995560"/>
              <a:gd name="connsiteX4" fmla="*/ 0 w 467360"/>
              <a:gd name="connsiteY4" fmla="*/ 178355 h 995560"/>
              <a:gd name="connsiteX5" fmla="*/ 4905 w 467360"/>
              <a:gd name="connsiteY5" fmla="*/ 81227 h 995560"/>
              <a:gd name="connsiteX6" fmla="*/ 17302 w 467360"/>
              <a:gd name="connsiteY6" fmla="*/ 0 h 99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360" h="995560">
                <a:moveTo>
                  <a:pt x="17302" y="0"/>
                </a:moveTo>
                <a:lnTo>
                  <a:pt x="467360" y="0"/>
                </a:lnTo>
                <a:lnTo>
                  <a:pt x="467360" y="995560"/>
                </a:lnTo>
                <a:lnTo>
                  <a:pt x="418829" y="966077"/>
                </a:lnTo>
                <a:cubicBezTo>
                  <a:pt x="166138" y="795362"/>
                  <a:pt x="0" y="506260"/>
                  <a:pt x="0" y="178355"/>
                </a:cubicBezTo>
                <a:cubicBezTo>
                  <a:pt x="0" y="145565"/>
                  <a:pt x="1662" y="113162"/>
                  <a:pt x="4905" y="81227"/>
                </a:cubicBezTo>
                <a:lnTo>
                  <a:pt x="1730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2F6928AB-B517-DD01-06E0-330162E37D2C}"/>
              </a:ext>
            </a:extLst>
          </p:cNvPr>
          <p:cNvSpPr/>
          <p:nvPr/>
        </p:nvSpPr>
        <p:spPr>
          <a:xfrm>
            <a:off x="3443057" y="1473760"/>
            <a:ext cx="1426003" cy="1128315"/>
          </a:xfrm>
          <a:custGeom>
            <a:avLst/>
            <a:gdLst>
              <a:gd name="connsiteX0" fmla="*/ 1108335 w 1426003"/>
              <a:gd name="connsiteY0" fmla="*/ 0 h 1128315"/>
              <a:gd name="connsiteX1" fmla="*/ 1408702 w 1426003"/>
              <a:gd name="connsiteY1" fmla="*/ 0 h 1128315"/>
              <a:gd name="connsiteX2" fmla="*/ 1421098 w 1426003"/>
              <a:gd name="connsiteY2" fmla="*/ 81227 h 1128315"/>
              <a:gd name="connsiteX3" fmla="*/ 1426003 w 1426003"/>
              <a:gd name="connsiteY3" fmla="*/ 178355 h 1128315"/>
              <a:gd name="connsiteX4" fmla="*/ 476043 w 1426003"/>
              <a:gd name="connsiteY4" fmla="*/ 1128315 h 1128315"/>
              <a:gd name="connsiteX5" fmla="*/ 23236 w 1426003"/>
              <a:gd name="connsiteY5" fmla="*/ 1013660 h 1128315"/>
              <a:gd name="connsiteX6" fmla="*/ 0 w 1426003"/>
              <a:gd name="connsiteY6" fmla="*/ 999544 h 1128315"/>
              <a:gd name="connsiteX7" fmla="*/ 1415843 w 1426003"/>
              <a:gd name="connsiteY7" fmla="*/ 178355 h 1128315"/>
              <a:gd name="connsiteX8" fmla="*/ 1108335 w 1426003"/>
              <a:gd name="connsiteY8" fmla="*/ 0 h 112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6003" h="1128315">
                <a:moveTo>
                  <a:pt x="1108335" y="0"/>
                </a:moveTo>
                <a:lnTo>
                  <a:pt x="1408702" y="0"/>
                </a:lnTo>
                <a:lnTo>
                  <a:pt x="1421098" y="81227"/>
                </a:lnTo>
                <a:cubicBezTo>
                  <a:pt x="1424342" y="113162"/>
                  <a:pt x="1426003" y="145565"/>
                  <a:pt x="1426003" y="178355"/>
                </a:cubicBezTo>
                <a:cubicBezTo>
                  <a:pt x="1426003" y="703003"/>
                  <a:pt x="1000691" y="1128315"/>
                  <a:pt x="476043" y="1128315"/>
                </a:cubicBezTo>
                <a:cubicBezTo>
                  <a:pt x="312091" y="1128315"/>
                  <a:pt x="157839" y="1086781"/>
                  <a:pt x="23236" y="1013660"/>
                </a:cubicBezTo>
                <a:lnTo>
                  <a:pt x="0" y="999544"/>
                </a:lnTo>
                <a:lnTo>
                  <a:pt x="1415843" y="178355"/>
                </a:lnTo>
                <a:lnTo>
                  <a:pt x="110833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C4F32D2D-5C1D-7865-E0D4-EF6B2D52600D}"/>
              </a:ext>
            </a:extLst>
          </p:cNvPr>
          <p:cNvSpPr/>
          <p:nvPr/>
        </p:nvSpPr>
        <p:spPr>
          <a:xfrm>
            <a:off x="3404220" y="2467536"/>
            <a:ext cx="6557" cy="7787"/>
          </a:xfrm>
          <a:custGeom>
            <a:avLst/>
            <a:gdLst>
              <a:gd name="connsiteX0" fmla="*/ 0 w 6557"/>
              <a:gd name="connsiteY0" fmla="*/ 0 h 7787"/>
              <a:gd name="connsiteX1" fmla="*/ 6557 w 6557"/>
              <a:gd name="connsiteY1" fmla="*/ 3984 h 7787"/>
              <a:gd name="connsiteX2" fmla="*/ 0 w 6557"/>
              <a:gd name="connsiteY2" fmla="*/ 7787 h 7787"/>
              <a:gd name="connsiteX3" fmla="*/ 0 w 6557"/>
              <a:gd name="connsiteY3" fmla="*/ 0 h 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7" h="7787">
                <a:moveTo>
                  <a:pt x="0" y="0"/>
                </a:moveTo>
                <a:lnTo>
                  <a:pt x="6557" y="3984"/>
                </a:lnTo>
                <a:lnTo>
                  <a:pt x="0" y="778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6F972B84-D66E-F749-D2F0-514F6EFF18AB}"/>
              </a:ext>
            </a:extLst>
          </p:cNvPr>
          <p:cNvSpPr/>
          <p:nvPr/>
        </p:nvSpPr>
        <p:spPr>
          <a:xfrm>
            <a:off x="3404219" y="1471975"/>
            <a:ext cx="1422400" cy="999544"/>
          </a:xfrm>
          <a:custGeom>
            <a:avLst/>
            <a:gdLst>
              <a:gd name="connsiteX0" fmla="*/ 0 w 1422400"/>
              <a:gd name="connsiteY0" fmla="*/ 0 h 999544"/>
              <a:gd name="connsiteX1" fmla="*/ 1114892 w 1422400"/>
              <a:gd name="connsiteY1" fmla="*/ 0 h 999544"/>
              <a:gd name="connsiteX2" fmla="*/ 1422400 w 1422400"/>
              <a:gd name="connsiteY2" fmla="*/ 178355 h 999544"/>
              <a:gd name="connsiteX3" fmla="*/ 6557 w 1422400"/>
              <a:gd name="connsiteY3" fmla="*/ 999544 h 999544"/>
              <a:gd name="connsiteX4" fmla="*/ 0 w 1422400"/>
              <a:gd name="connsiteY4" fmla="*/ 995560 h 999544"/>
              <a:gd name="connsiteX5" fmla="*/ 0 w 1422400"/>
              <a:gd name="connsiteY5" fmla="*/ 0 h 99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400" h="999544">
                <a:moveTo>
                  <a:pt x="0" y="0"/>
                </a:moveTo>
                <a:lnTo>
                  <a:pt x="1114892" y="0"/>
                </a:lnTo>
                <a:lnTo>
                  <a:pt x="1422400" y="178355"/>
                </a:lnTo>
                <a:lnTo>
                  <a:pt x="6557" y="999544"/>
                </a:lnTo>
                <a:lnTo>
                  <a:pt x="0" y="99556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37BEE8A1-0284-7C7C-94C0-4821FCBBE5DF}"/>
              </a:ext>
            </a:extLst>
          </p:cNvPr>
          <p:cNvSpPr/>
          <p:nvPr/>
        </p:nvSpPr>
        <p:spPr>
          <a:xfrm>
            <a:off x="1540640" y="3101416"/>
            <a:ext cx="918377" cy="1762324"/>
          </a:xfrm>
          <a:custGeom>
            <a:avLst/>
            <a:gdLst>
              <a:gd name="connsiteX0" fmla="*/ 0 w 918377"/>
              <a:gd name="connsiteY0" fmla="*/ 0 h 1762324"/>
              <a:gd name="connsiteX1" fmla="*/ 14270 w 918377"/>
              <a:gd name="connsiteY1" fmla="*/ 16 h 1762324"/>
              <a:gd name="connsiteX2" fmla="*/ 780706 w 918377"/>
              <a:gd name="connsiteY2" fmla="*/ 456632 h 1762324"/>
              <a:gd name="connsiteX3" fmla="*/ 460604 w 918377"/>
              <a:gd name="connsiteY3" fmla="*/ 1761386 h 1762324"/>
              <a:gd name="connsiteX4" fmla="*/ 458864 w 918377"/>
              <a:gd name="connsiteY4" fmla="*/ 1762324 h 1762324"/>
              <a:gd name="connsiteX5" fmla="*/ 462078 w 918377"/>
              <a:gd name="connsiteY5" fmla="*/ 143012 h 1762324"/>
              <a:gd name="connsiteX6" fmla="*/ 0 w 918377"/>
              <a:gd name="connsiteY6" fmla="*/ 409793 h 1762324"/>
              <a:gd name="connsiteX7" fmla="*/ 0 w 918377"/>
              <a:gd name="connsiteY7" fmla="*/ 0 h 176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8377" h="1762324">
                <a:moveTo>
                  <a:pt x="0" y="0"/>
                </a:moveTo>
                <a:lnTo>
                  <a:pt x="14270" y="16"/>
                </a:lnTo>
                <a:cubicBezTo>
                  <a:pt x="318851" y="15056"/>
                  <a:pt x="610766" y="176200"/>
                  <a:pt x="780706" y="456632"/>
                </a:cubicBezTo>
                <a:cubicBezTo>
                  <a:pt x="1052610" y="905323"/>
                  <a:pt x="909295" y="1489482"/>
                  <a:pt x="460604" y="1761386"/>
                </a:cubicBezTo>
                <a:lnTo>
                  <a:pt x="458864" y="1762324"/>
                </a:lnTo>
                <a:lnTo>
                  <a:pt x="462078" y="143012"/>
                </a:lnTo>
                <a:lnTo>
                  <a:pt x="0" y="409793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0BCB2033-40C8-AEFF-F013-3D0EDCBB5394}"/>
              </a:ext>
            </a:extLst>
          </p:cNvPr>
          <p:cNvSpPr/>
          <p:nvPr/>
        </p:nvSpPr>
        <p:spPr>
          <a:xfrm>
            <a:off x="1540639" y="4625076"/>
            <a:ext cx="436374" cy="374342"/>
          </a:xfrm>
          <a:custGeom>
            <a:avLst/>
            <a:gdLst>
              <a:gd name="connsiteX0" fmla="*/ 0 w 436374"/>
              <a:gd name="connsiteY0" fmla="*/ 0 h 374342"/>
              <a:gd name="connsiteX1" fmla="*/ 436374 w 436374"/>
              <a:gd name="connsiteY1" fmla="*/ 250787 h 374342"/>
              <a:gd name="connsiteX2" fmla="*/ 374996 w 436374"/>
              <a:gd name="connsiteY2" fmla="*/ 283869 h 374342"/>
              <a:gd name="connsiteX3" fmla="*/ 13932 w 436374"/>
              <a:gd name="connsiteY3" fmla="*/ 374342 h 374342"/>
              <a:gd name="connsiteX4" fmla="*/ 0 w 436374"/>
              <a:gd name="connsiteY4" fmla="*/ 374327 h 374342"/>
              <a:gd name="connsiteX5" fmla="*/ 0 w 436374"/>
              <a:gd name="connsiteY5" fmla="*/ 0 h 37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374" h="374342">
                <a:moveTo>
                  <a:pt x="0" y="0"/>
                </a:moveTo>
                <a:lnTo>
                  <a:pt x="436374" y="250787"/>
                </a:lnTo>
                <a:lnTo>
                  <a:pt x="374996" y="283869"/>
                </a:lnTo>
                <a:cubicBezTo>
                  <a:pt x="259027" y="338977"/>
                  <a:pt x="136341" y="368563"/>
                  <a:pt x="13932" y="374342"/>
                </a:cubicBezTo>
                <a:lnTo>
                  <a:pt x="0" y="37432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E3BB795-1D40-F3F7-5AD2-64F86A09ECE2}"/>
              </a:ext>
            </a:extLst>
          </p:cNvPr>
          <p:cNvSpPr/>
          <p:nvPr/>
        </p:nvSpPr>
        <p:spPr>
          <a:xfrm>
            <a:off x="1977013" y="4863741"/>
            <a:ext cx="22490" cy="25019"/>
          </a:xfrm>
          <a:custGeom>
            <a:avLst/>
            <a:gdLst>
              <a:gd name="connsiteX0" fmla="*/ 22490 w 22490"/>
              <a:gd name="connsiteY0" fmla="*/ 0 h 25019"/>
              <a:gd name="connsiteX1" fmla="*/ 22440 w 22490"/>
              <a:gd name="connsiteY1" fmla="*/ 25019 h 25019"/>
              <a:gd name="connsiteX2" fmla="*/ 0 w 22490"/>
              <a:gd name="connsiteY2" fmla="*/ 12123 h 25019"/>
              <a:gd name="connsiteX3" fmla="*/ 22490 w 22490"/>
              <a:gd name="connsiteY3" fmla="*/ 0 h 2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0" h="25019">
                <a:moveTo>
                  <a:pt x="22490" y="0"/>
                </a:moveTo>
                <a:lnTo>
                  <a:pt x="22440" y="25019"/>
                </a:lnTo>
                <a:lnTo>
                  <a:pt x="0" y="12123"/>
                </a:lnTo>
                <a:lnTo>
                  <a:pt x="2249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6C5C62B7-2771-11C2-FD9B-C8CE53705382}"/>
              </a:ext>
            </a:extLst>
          </p:cNvPr>
          <p:cNvSpPr/>
          <p:nvPr/>
        </p:nvSpPr>
        <p:spPr>
          <a:xfrm>
            <a:off x="1540639" y="3244429"/>
            <a:ext cx="462078" cy="1631435"/>
          </a:xfrm>
          <a:custGeom>
            <a:avLst/>
            <a:gdLst>
              <a:gd name="connsiteX0" fmla="*/ 462078 w 462078"/>
              <a:gd name="connsiteY0" fmla="*/ 0 h 1631435"/>
              <a:gd name="connsiteX1" fmla="*/ 458864 w 462078"/>
              <a:gd name="connsiteY1" fmla="*/ 1619312 h 1631435"/>
              <a:gd name="connsiteX2" fmla="*/ 436374 w 462078"/>
              <a:gd name="connsiteY2" fmla="*/ 1631435 h 1631435"/>
              <a:gd name="connsiteX3" fmla="*/ 0 w 462078"/>
              <a:gd name="connsiteY3" fmla="*/ 1380648 h 1631435"/>
              <a:gd name="connsiteX4" fmla="*/ 0 w 462078"/>
              <a:gd name="connsiteY4" fmla="*/ 266781 h 1631435"/>
              <a:gd name="connsiteX5" fmla="*/ 462078 w 462078"/>
              <a:gd name="connsiteY5" fmla="*/ 0 h 163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078" h="1631435">
                <a:moveTo>
                  <a:pt x="462078" y="0"/>
                </a:moveTo>
                <a:lnTo>
                  <a:pt x="458864" y="1619312"/>
                </a:lnTo>
                <a:lnTo>
                  <a:pt x="436374" y="1631435"/>
                </a:lnTo>
                <a:lnTo>
                  <a:pt x="0" y="1380648"/>
                </a:lnTo>
                <a:lnTo>
                  <a:pt x="0" y="266781"/>
                </a:lnTo>
                <a:lnTo>
                  <a:pt x="462078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0CCC3B24-FD3A-08A5-228F-613B06DBC7B4}"/>
              </a:ext>
            </a:extLst>
          </p:cNvPr>
          <p:cNvSpPr/>
          <p:nvPr/>
        </p:nvSpPr>
        <p:spPr>
          <a:xfrm>
            <a:off x="1540639" y="4775832"/>
            <a:ext cx="454022" cy="374591"/>
          </a:xfrm>
          <a:custGeom>
            <a:avLst/>
            <a:gdLst>
              <a:gd name="connsiteX0" fmla="*/ 0 w 454022"/>
              <a:gd name="connsiteY0" fmla="*/ 0 h 374591"/>
              <a:gd name="connsiteX1" fmla="*/ 54093 w 454022"/>
              <a:gd name="connsiteY1" fmla="*/ 60 h 374591"/>
              <a:gd name="connsiteX2" fmla="*/ 406515 w 454022"/>
              <a:gd name="connsiteY2" fmla="*/ 86522 h 374591"/>
              <a:gd name="connsiteX3" fmla="*/ 454022 w 454022"/>
              <a:gd name="connsiteY3" fmla="*/ 111258 h 374591"/>
              <a:gd name="connsiteX4" fmla="*/ 0 w 454022"/>
              <a:gd name="connsiteY4" fmla="*/ 374591 h 374591"/>
              <a:gd name="connsiteX5" fmla="*/ 0 w 454022"/>
              <a:gd name="connsiteY5" fmla="*/ 0 h 37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4022" h="374591">
                <a:moveTo>
                  <a:pt x="0" y="0"/>
                </a:moveTo>
                <a:lnTo>
                  <a:pt x="54093" y="60"/>
                </a:lnTo>
                <a:cubicBezTo>
                  <a:pt x="175925" y="6076"/>
                  <a:pt x="295731" y="35469"/>
                  <a:pt x="406515" y="86522"/>
                </a:cubicBezTo>
                <a:lnTo>
                  <a:pt x="454022" y="111258"/>
                </a:lnTo>
                <a:lnTo>
                  <a:pt x="0" y="374591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47360C06-0CE0-32F3-034F-D12177D10F94}"/>
              </a:ext>
            </a:extLst>
          </p:cNvPr>
          <p:cNvSpPr/>
          <p:nvPr/>
        </p:nvSpPr>
        <p:spPr>
          <a:xfrm>
            <a:off x="1994661" y="4885933"/>
            <a:ext cx="1994" cy="2195"/>
          </a:xfrm>
          <a:custGeom>
            <a:avLst/>
            <a:gdLst>
              <a:gd name="connsiteX0" fmla="*/ 1994 w 1994"/>
              <a:gd name="connsiteY0" fmla="*/ 0 h 2195"/>
              <a:gd name="connsiteX1" fmla="*/ 1994 w 1994"/>
              <a:gd name="connsiteY1" fmla="*/ 2195 h 2195"/>
              <a:gd name="connsiteX2" fmla="*/ 0 w 1994"/>
              <a:gd name="connsiteY2" fmla="*/ 1157 h 2195"/>
              <a:gd name="connsiteX3" fmla="*/ 1994 w 1994"/>
              <a:gd name="connsiteY3" fmla="*/ 0 h 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" h="2195">
                <a:moveTo>
                  <a:pt x="1994" y="0"/>
                </a:moveTo>
                <a:lnTo>
                  <a:pt x="1994" y="2195"/>
                </a:lnTo>
                <a:lnTo>
                  <a:pt x="0" y="1157"/>
                </a:lnTo>
                <a:lnTo>
                  <a:pt x="1994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F6D58644-717A-D558-097C-6E70FEFCC242}"/>
              </a:ext>
            </a:extLst>
          </p:cNvPr>
          <p:cNvSpPr/>
          <p:nvPr/>
        </p:nvSpPr>
        <p:spPr>
          <a:xfrm>
            <a:off x="1996655" y="4888127"/>
            <a:ext cx="502184" cy="975210"/>
          </a:xfrm>
          <a:custGeom>
            <a:avLst/>
            <a:gdLst>
              <a:gd name="connsiteX0" fmla="*/ 0 w 502184"/>
              <a:gd name="connsiteY0" fmla="*/ 0 h 975210"/>
              <a:gd name="connsiteX1" fmla="*/ 31785 w 502184"/>
              <a:gd name="connsiteY1" fmla="*/ 16550 h 975210"/>
              <a:gd name="connsiteX2" fmla="*/ 364513 w 502184"/>
              <a:gd name="connsiteY2" fmla="*/ 344380 h 975210"/>
              <a:gd name="connsiteX3" fmla="*/ 492159 w 502184"/>
              <a:gd name="connsiteY3" fmla="*/ 973583 h 975210"/>
              <a:gd name="connsiteX4" fmla="*/ 491841 w 502184"/>
              <a:gd name="connsiteY4" fmla="*/ 975210 h 975210"/>
              <a:gd name="connsiteX5" fmla="*/ 0 w 502184"/>
              <a:gd name="connsiteY5" fmla="*/ 975210 h 975210"/>
              <a:gd name="connsiteX6" fmla="*/ 0 w 502184"/>
              <a:gd name="connsiteY6" fmla="*/ 0 h 975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184" h="975210">
                <a:moveTo>
                  <a:pt x="0" y="0"/>
                </a:moveTo>
                <a:lnTo>
                  <a:pt x="31785" y="16550"/>
                </a:lnTo>
                <a:cubicBezTo>
                  <a:pt x="164079" y="93770"/>
                  <a:pt x="279543" y="204164"/>
                  <a:pt x="364513" y="344380"/>
                </a:cubicBezTo>
                <a:cubicBezTo>
                  <a:pt x="483471" y="540683"/>
                  <a:pt x="522954" y="762914"/>
                  <a:pt x="492159" y="973583"/>
                </a:cubicBezTo>
                <a:lnTo>
                  <a:pt x="491841" y="975210"/>
                </a:lnTo>
                <a:lnTo>
                  <a:pt x="0" y="97521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116CFFFF-D764-05D8-FE35-DA2FD4D1ED23}"/>
              </a:ext>
            </a:extLst>
          </p:cNvPr>
          <p:cNvSpPr/>
          <p:nvPr/>
        </p:nvSpPr>
        <p:spPr>
          <a:xfrm>
            <a:off x="1540639" y="4887089"/>
            <a:ext cx="456016" cy="976248"/>
          </a:xfrm>
          <a:custGeom>
            <a:avLst/>
            <a:gdLst>
              <a:gd name="connsiteX0" fmla="*/ 454022 w 456016"/>
              <a:gd name="connsiteY0" fmla="*/ 0 h 976248"/>
              <a:gd name="connsiteX1" fmla="*/ 456016 w 456016"/>
              <a:gd name="connsiteY1" fmla="*/ 1038 h 976248"/>
              <a:gd name="connsiteX2" fmla="*/ 456016 w 456016"/>
              <a:gd name="connsiteY2" fmla="*/ 976248 h 976248"/>
              <a:gd name="connsiteX3" fmla="*/ 0 w 456016"/>
              <a:gd name="connsiteY3" fmla="*/ 976248 h 976248"/>
              <a:gd name="connsiteX4" fmla="*/ 0 w 456016"/>
              <a:gd name="connsiteY4" fmla="*/ 263333 h 976248"/>
              <a:gd name="connsiteX5" fmla="*/ 454022 w 456016"/>
              <a:gd name="connsiteY5" fmla="*/ 0 h 97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016" h="976248">
                <a:moveTo>
                  <a:pt x="454022" y="0"/>
                </a:moveTo>
                <a:lnTo>
                  <a:pt x="456016" y="1038"/>
                </a:lnTo>
                <a:lnTo>
                  <a:pt x="456016" y="976248"/>
                </a:lnTo>
                <a:lnTo>
                  <a:pt x="0" y="976248"/>
                </a:lnTo>
                <a:lnTo>
                  <a:pt x="0" y="263333"/>
                </a:lnTo>
                <a:lnTo>
                  <a:pt x="454022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98672072-3EBF-03CC-3738-527E2C16F0B8}"/>
              </a:ext>
            </a:extLst>
          </p:cNvPr>
          <p:cNvSpPr/>
          <p:nvPr/>
        </p:nvSpPr>
        <p:spPr>
          <a:xfrm>
            <a:off x="1540640" y="4050539"/>
            <a:ext cx="461161" cy="1628396"/>
          </a:xfrm>
          <a:custGeom>
            <a:avLst/>
            <a:gdLst>
              <a:gd name="connsiteX0" fmla="*/ 0 w 461161"/>
              <a:gd name="connsiteY0" fmla="*/ 0 h 1628396"/>
              <a:gd name="connsiteX1" fmla="*/ 68010 w 461161"/>
              <a:gd name="connsiteY1" fmla="*/ 44272 h 1628396"/>
              <a:gd name="connsiteX2" fmla="*/ 323490 w 461161"/>
              <a:gd name="connsiteY2" fmla="*/ 321816 h 1628396"/>
              <a:gd name="connsiteX3" fmla="*/ 3388 w 461161"/>
              <a:gd name="connsiteY3" fmla="*/ 1626570 h 1628396"/>
              <a:gd name="connsiteX4" fmla="*/ 0 w 461161"/>
              <a:gd name="connsiteY4" fmla="*/ 1628396 h 1628396"/>
              <a:gd name="connsiteX5" fmla="*/ 0 w 461161"/>
              <a:gd name="connsiteY5" fmla="*/ 1098472 h 1628396"/>
              <a:gd name="connsiteX6" fmla="*/ 449729 w 461161"/>
              <a:gd name="connsiteY6" fmla="*/ 837916 h 1628396"/>
              <a:gd name="connsiteX7" fmla="*/ 0 w 461161"/>
              <a:gd name="connsiteY7" fmla="*/ 580355 h 1628396"/>
              <a:gd name="connsiteX8" fmla="*/ 0 w 461161"/>
              <a:gd name="connsiteY8" fmla="*/ 0 h 162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161" h="1628396">
                <a:moveTo>
                  <a:pt x="0" y="0"/>
                </a:moveTo>
                <a:lnTo>
                  <a:pt x="68010" y="44272"/>
                </a:lnTo>
                <a:cubicBezTo>
                  <a:pt x="168022" y="116557"/>
                  <a:pt x="255514" y="209643"/>
                  <a:pt x="323490" y="321816"/>
                </a:cubicBezTo>
                <a:cubicBezTo>
                  <a:pt x="595394" y="770507"/>
                  <a:pt x="452079" y="1354666"/>
                  <a:pt x="3388" y="1626570"/>
                </a:cubicBezTo>
                <a:lnTo>
                  <a:pt x="0" y="1628396"/>
                </a:lnTo>
                <a:lnTo>
                  <a:pt x="0" y="1098472"/>
                </a:lnTo>
                <a:lnTo>
                  <a:pt x="449729" y="837916"/>
                </a:lnTo>
                <a:lnTo>
                  <a:pt x="0" y="580355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B22A0B8-1F32-379A-ED66-555E0D3AD8CC}"/>
              </a:ext>
            </a:extLst>
          </p:cNvPr>
          <p:cNvSpPr/>
          <p:nvPr/>
        </p:nvSpPr>
        <p:spPr>
          <a:xfrm>
            <a:off x="1540640" y="4630895"/>
            <a:ext cx="449729" cy="518117"/>
          </a:xfrm>
          <a:custGeom>
            <a:avLst/>
            <a:gdLst>
              <a:gd name="connsiteX0" fmla="*/ 0 w 449729"/>
              <a:gd name="connsiteY0" fmla="*/ 0 h 518117"/>
              <a:gd name="connsiteX1" fmla="*/ 449729 w 449729"/>
              <a:gd name="connsiteY1" fmla="*/ 257561 h 518117"/>
              <a:gd name="connsiteX2" fmla="*/ 0 w 449729"/>
              <a:gd name="connsiteY2" fmla="*/ 518117 h 518117"/>
              <a:gd name="connsiteX3" fmla="*/ 0 w 449729"/>
              <a:gd name="connsiteY3" fmla="*/ 0 h 51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729" h="518117">
                <a:moveTo>
                  <a:pt x="0" y="0"/>
                </a:moveTo>
                <a:lnTo>
                  <a:pt x="449729" y="257561"/>
                </a:lnTo>
                <a:lnTo>
                  <a:pt x="0" y="518117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8679B2C4-CE3E-60E3-241C-9BA53D47A96D}"/>
              </a:ext>
            </a:extLst>
          </p:cNvPr>
          <p:cNvSpPr/>
          <p:nvPr/>
        </p:nvSpPr>
        <p:spPr>
          <a:xfrm>
            <a:off x="4876059" y="1471976"/>
            <a:ext cx="1155300" cy="1080973"/>
          </a:xfrm>
          <a:custGeom>
            <a:avLst/>
            <a:gdLst>
              <a:gd name="connsiteX0" fmla="*/ 9441 w 1155300"/>
              <a:gd name="connsiteY0" fmla="*/ 0 h 1080973"/>
              <a:gd name="connsiteX1" fmla="*/ 274641 w 1155300"/>
              <a:gd name="connsiteY1" fmla="*/ 0 h 1080973"/>
              <a:gd name="connsiteX2" fmla="*/ 14972 w 1155300"/>
              <a:gd name="connsiteY2" fmla="*/ 149920 h 1080973"/>
              <a:gd name="connsiteX3" fmla="*/ 1155300 w 1155300"/>
              <a:gd name="connsiteY3" fmla="*/ 805274 h 1080973"/>
              <a:gd name="connsiteX4" fmla="*/ 1155300 w 1155300"/>
              <a:gd name="connsiteY4" fmla="*/ 1057776 h 1080973"/>
              <a:gd name="connsiteX5" fmla="*/ 1087503 w 1155300"/>
              <a:gd name="connsiteY5" fmla="*/ 1071093 h 1080973"/>
              <a:gd name="connsiteX6" fmla="*/ 137672 w 1155300"/>
              <a:gd name="connsiteY6" fmla="*/ 623200 h 1080973"/>
              <a:gd name="connsiteX7" fmla="*/ 1158 w 1155300"/>
              <a:gd name="connsiteY7" fmla="*/ 84882 h 1080973"/>
              <a:gd name="connsiteX8" fmla="*/ 9441 w 1155300"/>
              <a:gd name="connsiteY8" fmla="*/ 0 h 108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5300" h="1080973">
                <a:moveTo>
                  <a:pt x="9441" y="0"/>
                </a:moveTo>
                <a:lnTo>
                  <a:pt x="274641" y="0"/>
                </a:lnTo>
                <a:lnTo>
                  <a:pt x="14972" y="149920"/>
                </a:lnTo>
                <a:lnTo>
                  <a:pt x="1155300" y="805274"/>
                </a:lnTo>
                <a:lnTo>
                  <a:pt x="1155300" y="1057776"/>
                </a:lnTo>
                <a:lnTo>
                  <a:pt x="1087503" y="1071093"/>
                </a:lnTo>
                <a:cubicBezTo>
                  <a:pt x="721172" y="1124463"/>
                  <a:pt x="341600" y="959718"/>
                  <a:pt x="137672" y="623200"/>
                </a:cubicBezTo>
                <a:cubicBezTo>
                  <a:pt x="35708" y="454941"/>
                  <a:pt x="-7866" y="267632"/>
                  <a:pt x="1158" y="84882"/>
                </a:cubicBezTo>
                <a:lnTo>
                  <a:pt x="944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A30C549C-9F38-1900-B23A-6A53CC3FA6B8}"/>
              </a:ext>
            </a:extLst>
          </p:cNvPr>
          <p:cNvSpPr/>
          <p:nvPr/>
        </p:nvSpPr>
        <p:spPr>
          <a:xfrm>
            <a:off x="4891031" y="1471975"/>
            <a:ext cx="1140328" cy="805274"/>
          </a:xfrm>
          <a:custGeom>
            <a:avLst/>
            <a:gdLst>
              <a:gd name="connsiteX0" fmla="*/ 259669 w 1140328"/>
              <a:gd name="connsiteY0" fmla="*/ 0 h 805274"/>
              <a:gd name="connsiteX1" fmla="*/ 1140328 w 1140328"/>
              <a:gd name="connsiteY1" fmla="*/ 0 h 805274"/>
              <a:gd name="connsiteX2" fmla="*/ 1140328 w 1140328"/>
              <a:gd name="connsiteY2" fmla="*/ 805274 h 805274"/>
              <a:gd name="connsiteX3" fmla="*/ 0 w 1140328"/>
              <a:gd name="connsiteY3" fmla="*/ 149920 h 805274"/>
              <a:gd name="connsiteX4" fmla="*/ 259669 w 1140328"/>
              <a:gd name="connsiteY4" fmla="*/ 0 h 80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0328" h="805274">
                <a:moveTo>
                  <a:pt x="259669" y="0"/>
                </a:moveTo>
                <a:lnTo>
                  <a:pt x="1140328" y="0"/>
                </a:lnTo>
                <a:lnTo>
                  <a:pt x="1140328" y="805274"/>
                </a:lnTo>
                <a:lnTo>
                  <a:pt x="0" y="149920"/>
                </a:lnTo>
                <a:lnTo>
                  <a:pt x="25966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B25A6C31-B947-FE09-308A-5D1CB6415EE2}"/>
              </a:ext>
            </a:extLst>
          </p:cNvPr>
          <p:cNvSpPr/>
          <p:nvPr/>
        </p:nvSpPr>
        <p:spPr>
          <a:xfrm>
            <a:off x="1551904" y="1465092"/>
            <a:ext cx="946392" cy="1898033"/>
          </a:xfrm>
          <a:custGeom>
            <a:avLst/>
            <a:gdLst>
              <a:gd name="connsiteX0" fmla="*/ 0 w 946392"/>
              <a:gd name="connsiteY0" fmla="*/ 0 h 1898033"/>
              <a:gd name="connsiteX1" fmla="*/ 42285 w 946392"/>
              <a:gd name="connsiteY1" fmla="*/ 47 h 1898033"/>
              <a:gd name="connsiteX2" fmla="*/ 808721 w 946392"/>
              <a:gd name="connsiteY2" fmla="*/ 456663 h 1898033"/>
              <a:gd name="connsiteX3" fmla="*/ 488619 w 946392"/>
              <a:gd name="connsiteY3" fmla="*/ 1761417 h 1898033"/>
              <a:gd name="connsiteX4" fmla="*/ 41947 w 946392"/>
              <a:gd name="connsiteY4" fmla="*/ 1898033 h 1898033"/>
              <a:gd name="connsiteX5" fmla="*/ 0 w 946392"/>
              <a:gd name="connsiteY5" fmla="*/ 1897986 h 1898033"/>
              <a:gd name="connsiteX6" fmla="*/ 0 w 946392"/>
              <a:gd name="connsiteY6" fmla="*/ 1510354 h 1898033"/>
              <a:gd name="connsiteX7" fmla="*/ 452583 w 946392"/>
              <a:gd name="connsiteY7" fmla="*/ 1769378 h 1898033"/>
              <a:gd name="connsiteX8" fmla="*/ 452898 w 946392"/>
              <a:gd name="connsiteY8" fmla="*/ 125044 h 1898033"/>
              <a:gd name="connsiteX9" fmla="*/ 0 w 946392"/>
              <a:gd name="connsiteY9" fmla="*/ 387609 h 1898033"/>
              <a:gd name="connsiteX10" fmla="*/ 0 w 946392"/>
              <a:gd name="connsiteY10" fmla="*/ 0 h 189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392" h="1898033">
                <a:moveTo>
                  <a:pt x="0" y="0"/>
                </a:moveTo>
                <a:lnTo>
                  <a:pt x="42285" y="47"/>
                </a:lnTo>
                <a:cubicBezTo>
                  <a:pt x="346866" y="15087"/>
                  <a:pt x="638781" y="176231"/>
                  <a:pt x="808721" y="456663"/>
                </a:cubicBezTo>
                <a:cubicBezTo>
                  <a:pt x="1080625" y="905354"/>
                  <a:pt x="937310" y="1489513"/>
                  <a:pt x="488619" y="1761417"/>
                </a:cubicBezTo>
                <a:cubicBezTo>
                  <a:pt x="348403" y="1846387"/>
                  <a:pt x="194958" y="1890808"/>
                  <a:pt x="41947" y="1898033"/>
                </a:cubicBezTo>
                <a:lnTo>
                  <a:pt x="0" y="1897986"/>
                </a:lnTo>
                <a:lnTo>
                  <a:pt x="0" y="1510354"/>
                </a:lnTo>
                <a:lnTo>
                  <a:pt x="452583" y="1769378"/>
                </a:lnTo>
                <a:lnTo>
                  <a:pt x="452898" y="125044"/>
                </a:lnTo>
                <a:lnTo>
                  <a:pt x="0" y="387609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2D61DBFF-A98F-F14A-0FDC-50ECDC6C9CC4}"/>
              </a:ext>
            </a:extLst>
          </p:cNvPr>
          <p:cNvSpPr/>
          <p:nvPr/>
        </p:nvSpPr>
        <p:spPr>
          <a:xfrm>
            <a:off x="1540639" y="1600453"/>
            <a:ext cx="452898" cy="1644334"/>
          </a:xfrm>
          <a:custGeom>
            <a:avLst/>
            <a:gdLst>
              <a:gd name="connsiteX0" fmla="*/ 452898 w 452898"/>
              <a:gd name="connsiteY0" fmla="*/ 0 h 1644334"/>
              <a:gd name="connsiteX1" fmla="*/ 452583 w 452898"/>
              <a:gd name="connsiteY1" fmla="*/ 1644334 h 1644334"/>
              <a:gd name="connsiteX2" fmla="*/ 0 w 452898"/>
              <a:gd name="connsiteY2" fmla="*/ 1385310 h 1644334"/>
              <a:gd name="connsiteX3" fmla="*/ 0 w 452898"/>
              <a:gd name="connsiteY3" fmla="*/ 262565 h 1644334"/>
              <a:gd name="connsiteX4" fmla="*/ 452898 w 452898"/>
              <a:gd name="connsiteY4" fmla="*/ 0 h 164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898" h="1644334">
                <a:moveTo>
                  <a:pt x="452898" y="0"/>
                </a:moveTo>
                <a:lnTo>
                  <a:pt x="452583" y="1644334"/>
                </a:lnTo>
                <a:lnTo>
                  <a:pt x="0" y="1385310"/>
                </a:lnTo>
                <a:lnTo>
                  <a:pt x="0" y="262565"/>
                </a:lnTo>
                <a:lnTo>
                  <a:pt x="452898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27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文静 刘</dc:creator>
  <cp:lastModifiedBy>文静 刘</cp:lastModifiedBy>
  <cp:revision>2</cp:revision>
  <dcterms:created xsi:type="dcterms:W3CDTF">2025-07-14T13:12:10Z</dcterms:created>
  <dcterms:modified xsi:type="dcterms:W3CDTF">2025-07-14T14:14:40Z</dcterms:modified>
</cp:coreProperties>
</file>